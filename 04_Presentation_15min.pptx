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d2a40071e8424f" /><Relationship Type="http://schemas.openxmlformats.org/officeDocument/2006/relationships/extended-properties" Target="/docProps/app.xml" Id="R49a3fa65d96946c2" /><Relationship Type="http://schemas.openxmlformats.org/officeDocument/2006/relationships/officeDocument" Target="/ppt/presentation.xml" Id="Ra8de94f5f2194a42" /></Relationships>
</file>

<file path=ppt/presentation.xml><?xml version="1.0" encoding="utf-8"?>
<p:presentation xmlns:p="http://schemas.openxmlformats.org/presentationml/2006/main">
  <p:sldMasterIdLst>
    <p:sldMasterId xmlns:r="http://schemas.openxmlformats.org/officeDocument/2006/relationships" id="2147483648" r:id="R22e8e503be894d97"/>
  </p:sldMasterIdLst>
  <p:notesMasterIdLst>
    <p:notesMasterId xmlns:r="http://schemas.openxmlformats.org/officeDocument/2006/relationships" r:id="R4deeba261f654b66"/>
  </p:notesMasterIdLst>
  <p:sldIdLst>
    <p:sldId xmlns:r="http://schemas.openxmlformats.org/officeDocument/2006/relationships" id="256" r:id="Rab00338e4d4c4da1"/>
    <p:sldId xmlns:r="http://schemas.openxmlformats.org/officeDocument/2006/relationships" id="257" r:id="Rf46c03ede224475a"/>
    <p:sldId xmlns:r="http://schemas.openxmlformats.org/officeDocument/2006/relationships" id="258" r:id="R7f5d4faa5bf34dda"/>
    <p:sldId xmlns:r="http://schemas.openxmlformats.org/officeDocument/2006/relationships" id="259" r:id="R8146d9b0814b47f4"/>
    <p:sldId xmlns:r="http://schemas.openxmlformats.org/officeDocument/2006/relationships" id="260" r:id="Re4b724f7257748dd"/>
    <p:sldId xmlns:r="http://schemas.openxmlformats.org/officeDocument/2006/relationships" id="261" r:id="Ra5ff5c43629140a7"/>
    <p:sldId xmlns:r="http://schemas.openxmlformats.org/officeDocument/2006/relationships" id="262" r:id="R80190ec976b84877"/>
    <p:sldId xmlns:r="http://schemas.openxmlformats.org/officeDocument/2006/relationships" id="263" r:id="R45803eebf66840ba"/>
    <p:sldId xmlns:r="http://schemas.openxmlformats.org/officeDocument/2006/relationships" id="264" r:id="R2ac758f2a2fc46c8"/>
    <p:sldId xmlns:r="http://schemas.openxmlformats.org/officeDocument/2006/relationships" id="265" r:id="Rabc7fbf9e8fb4daf"/>
    <p:sldId xmlns:r="http://schemas.openxmlformats.org/officeDocument/2006/relationships" id="266" r:id="Rce573690d9564c43"/>
    <p:sldId xmlns:r="http://schemas.openxmlformats.org/officeDocument/2006/relationships" id="267" r:id="R6d35346eba9048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bd3570495f4396" /><Relationship Type="http://schemas.openxmlformats.org/officeDocument/2006/relationships/slideMaster" Target="/ppt/slideMasters/slideMaster1.xml" Id="R22e8e503be894d97" /><Relationship Type="http://schemas.openxmlformats.org/officeDocument/2006/relationships/notesMaster" Target="/ppt/notesMasters/notesMaster1.xml" Id="R4deeba261f654b66" /><Relationship Type="http://schemas.openxmlformats.org/officeDocument/2006/relationships/presProps" Target="/ppt/presProps.xml" Id="Readcd525db4c4090" /><Relationship Type="http://schemas.openxmlformats.org/officeDocument/2006/relationships/tableStyles" Target="/ppt/tableStyles.xml" Id="R91580dce408745db" /><Relationship Type="http://schemas.openxmlformats.org/officeDocument/2006/relationships/slide" Target="/ppt/slides/slide1.xml" Id="Rab00338e4d4c4da1" /><Relationship Type="http://schemas.openxmlformats.org/officeDocument/2006/relationships/slide" Target="/ppt/slides/slide2.xml" Id="Rf46c03ede224475a" /><Relationship Type="http://schemas.openxmlformats.org/officeDocument/2006/relationships/slide" Target="/ppt/slides/slide3.xml" Id="R7f5d4faa5bf34dda" /><Relationship Type="http://schemas.openxmlformats.org/officeDocument/2006/relationships/slide" Target="/ppt/slides/slide4.xml" Id="R8146d9b0814b47f4" /><Relationship Type="http://schemas.openxmlformats.org/officeDocument/2006/relationships/slide" Target="/ppt/slides/slide5.xml" Id="Re4b724f7257748dd" /><Relationship Type="http://schemas.openxmlformats.org/officeDocument/2006/relationships/slide" Target="/ppt/slides/slide6.xml" Id="Ra5ff5c43629140a7" /><Relationship Type="http://schemas.openxmlformats.org/officeDocument/2006/relationships/slide" Target="/ppt/slides/slide7.xml" Id="R80190ec976b84877" /><Relationship Type="http://schemas.openxmlformats.org/officeDocument/2006/relationships/slide" Target="/ppt/slides/slide8.xml" Id="R45803eebf66840ba" /><Relationship Type="http://schemas.openxmlformats.org/officeDocument/2006/relationships/slide" Target="/ppt/slides/slide9.xml" Id="R2ac758f2a2fc46c8" /><Relationship Type="http://schemas.openxmlformats.org/officeDocument/2006/relationships/slide" Target="/ppt/slides/slide10.xml" Id="Rabc7fbf9e8fb4daf" /><Relationship Type="http://schemas.openxmlformats.org/officeDocument/2006/relationships/slide" Target="/ppt/slides/slide11.xml" Id="Rce573690d9564c43" /><Relationship Type="http://schemas.openxmlformats.org/officeDocument/2006/relationships/slide" Target="/ppt/slides/slide12.xml" Id="R6d35346eba9048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fe6ed4909047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ea3ddf50e948b9" /><Relationship Type="http://schemas.openxmlformats.org/officeDocument/2006/relationships/notesMaster" Target="/ppt/notesMasters/notesMaster1.xml" Id="R46b0fa63e5434e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5d6c47483d4fa0" /><Relationship Type="http://schemas.openxmlformats.org/officeDocument/2006/relationships/notesMaster" Target="/ppt/notesMasters/notesMaster1.xml" Id="R346380cee3cb4f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679d8b977d4f4f" /><Relationship Type="http://schemas.openxmlformats.org/officeDocument/2006/relationships/notesMaster" Target="/ppt/notesMasters/notesMaster1.xml" Id="R29c09bceb40c4c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77673af8d945ce" /><Relationship Type="http://schemas.openxmlformats.org/officeDocument/2006/relationships/notesMaster" Target="/ppt/notesMasters/notesMaster1.xml" Id="R2a6e4f39a7d34a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ca32496c4f4f82" /><Relationship Type="http://schemas.openxmlformats.org/officeDocument/2006/relationships/notesMaster" Target="/ppt/notesMasters/notesMaster1.xml" Id="Rd3719010b97c45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47cc24b3c84481" /><Relationship Type="http://schemas.openxmlformats.org/officeDocument/2006/relationships/notesMaster" Target="/ppt/notesMasters/notesMaster1.xml" Id="Rf8e1e0d97f2e41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b26999602644a0" /><Relationship Type="http://schemas.openxmlformats.org/officeDocument/2006/relationships/notesMaster" Target="/ppt/notesMasters/notesMaster1.xml" Id="R7830071fad9043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3f14f61a77482e" /><Relationship Type="http://schemas.openxmlformats.org/officeDocument/2006/relationships/notesMaster" Target="/ppt/notesMasters/notesMaster1.xml" Id="Rd731bf237d554d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bbc78c6154477b" /><Relationship Type="http://schemas.openxmlformats.org/officeDocument/2006/relationships/notesMaster" Target="/ppt/notesMasters/notesMaster1.xml" Id="Rbb8c6c74006d49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1046f03a874d7f" /><Relationship Type="http://schemas.openxmlformats.org/officeDocument/2006/relationships/notesMaster" Target="/ppt/notesMasters/notesMaster1.xml" Id="Re2e021cb244140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8e3600dbd04b24" /><Relationship Type="http://schemas.openxmlformats.org/officeDocument/2006/relationships/notesMaster" Target="/ppt/notesMasters/notesMaster1.xml" Id="R3d0d222b7dc944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f94db173c34520" /><Relationship Type="http://schemas.openxmlformats.org/officeDocument/2006/relationships/notesMaster" Target="/ppt/notesMasters/notesMaster1.xml" Id="R06237537c28f43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Xuerui Huang | 00:00–00:30 (30 seconds)</a:t>
            </a:r>
          </a:p>
          <a:p xmlns:a="http://schemas.openxmlformats.org/drawingml/2006/main">
            <a:r>
              <a:t/>
            </a:r>
          </a:p>
          <a:p xmlns:a="http://schemas.openxmlformats.org/drawingml/2006/main">
            <a:r>
              <a:t>ENGLISH SCRIPT</a:t>
            </a:r>
          </a:p>
          <a:p xmlns:a="http://schemas.openxmlformats.org/drawingml/2006/main">
            <a:r>
              <a:t>Good morning. We are Xuerui Huang, Bin Wang and Yonghui Dai. Our project is the Campus Equipment Loan System. It is a desktop application for a campus equipment desk. I will explain the requirements and planning. Bin will explain the design and demonstrate the product. Yonghui will discuss testing, cultural considerations and reflection.</a:t>
            </a:r>
          </a:p>
          <a:p xmlns:a="http://schemas.openxmlformats.org/drawingml/2006/main">
            <a:r>
              <a:t/>
            </a:r>
          </a:p>
          <a:p xmlns:a="http://schemas.openxmlformats.org/drawingml/2006/main">
            <a:r>
              <a:t>操作提示（不朗读）</a:t>
            </a:r>
          </a:p>
          <a:p xmlns:a="http://schemas.openxmlformats.org/drawingml/2006/main">
            <a:r>
              <a:t>封面；介绍姓名和分工。30 秒时换第 2 页。</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Xuerui Huang | 00:30–01:30 (60 seconds)</a:t>
            </a:r>
          </a:p>
          <a:p xmlns:a="http://schemas.openxmlformats.org/drawingml/2006/main">
            <a:r>
              <a:t/>
            </a:r>
          </a:p>
          <a:p xmlns:a="http://schemas.openxmlformats.org/drawingml/2006/main">
            <a:r>
              <a:t>ENGLISH SCRIPT</a:t>
            </a:r>
          </a:p>
          <a:p xmlns:a="http://schemas.openxmlformats.org/drawingml/2006/main">
            <a:r>
              <a:t>The operator needs to answer a simple question: which device can someone borrow now? The system manages five devices: a laptop, camera, projector, tablet and microphone. The operator checks availability, records a loan, and later registers a return.</a:t>
            </a:r>
          </a:p>
          <a:p xmlns:a="http://schemas.openxmlformats.org/drawingml/2006/main">
            <a:r>
              <a:t/>
            </a:r>
          </a:p>
          <a:p xmlns:a="http://schemas.openxmlformats.org/drawingml/2006/main">
            <a:r>
              <a:t>Each new loan includes a borrower name or alias and a phone contact. When the item comes back, the system keeps the record instead of deleting it. This helps the operator review both current and earlier borrowing.</a:t>
            </a:r>
          </a:p>
          <a:p xmlns:a="http://schemas.openxmlformats.org/drawingml/2006/main">
            <a:r>
              <a:t/>
            </a:r>
          </a:p>
          <a:p xmlns:a="http://schemas.openxmlformats.org/drawingml/2006/main">
            <a:r>
              <a:t>The application runs locally with SQLite storage. It does not need a server or internet connection for normal use. Different computers keep separate records. We use fictional names and phone numbers in the demonstration.</a:t>
            </a:r>
          </a:p>
          <a:p xmlns:a="http://schemas.openxmlformats.org/drawingml/2006/main">
            <a:r>
              <a:t/>
            </a:r>
          </a:p>
          <a:p xmlns:a="http://schemas.openxmlformats.org/drawingml/2006/main">
            <a:r>
              <a:t>操作提示（不朗读）</a:t>
            </a:r>
          </a:p>
          <a:p xmlns:a="http://schemas.openxmlformats.org/drawingml/2006/main">
            <a:r>
              <a:t>指向设备清单和借还流程。此页结束时累计 1 分 30 秒。</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Xuerui Huang | 01:30–03:00 (90 seconds)</a:t>
            </a:r>
          </a:p>
          <a:p xmlns:a="http://schemas.openxmlformats.org/drawingml/2006/main">
            <a:r>
              <a:t/>
            </a:r>
          </a:p>
          <a:p xmlns:a="http://schemas.openxmlformats.org/drawingml/2006/main">
            <a:r>
              <a:t>ENGLISH SCRIPT</a:t>
            </a:r>
          </a:p>
          <a:p xmlns:a="http://schemas.openxmlformats.org/drawingml/2006/main">
            <a:r>
              <a:t>We organise the requirements into six user stories. The first is viewing equipment and its availability. The second is borrowing an available item with a name and phone. The third is returning an active loan. The fourth is reviewing history. The fifth is preserving records after a restart. The sixth is preserving Unicode characters in names, including macrons.</a:t>
            </a:r>
          </a:p>
          <a:p xmlns:a="http://schemas.openxmlformats.org/drawingml/2006/main">
            <a:r>
              <a:t/>
            </a:r>
          </a:p>
          <a:p xmlns:a="http://schemas.openxmlformats.org/drawingml/2006/main">
            <a:r>
              <a:t>The core workflow and data preservation are Must requirements. History is a Should requirement, and the current product includes it. Each story has an observable acceptance criterion. For example, a duplicate borrowing request must leave the number of loans unchanged.</a:t>
            </a:r>
          </a:p>
          <a:p xmlns:a="http://schemas.openxmlformats.org/drawingml/2006/main">
            <a:r>
              <a:t/>
            </a:r>
          </a:p>
          <a:p xmlns:a="http://schemas.openxmlformats.org/drawingml/2006/main">
            <a:r>
              <a:t>The phone is required for new loans. Its format allows seven to fifteen digits, with spaces, hyphens, parentheses and one leading plus. This checks the format only. It cannot confirm that a phone exists or belongs to the borrower. Online booking, accounts and payments remain outside the current scope.</a:t>
            </a:r>
          </a:p>
          <a:p xmlns:a="http://schemas.openxmlformats.org/drawingml/2006/main">
            <a:r>
              <a:t/>
            </a:r>
          </a:p>
          <a:p xmlns:a="http://schemas.openxmlformats.org/drawingml/2006/main">
            <a:r>
              <a:t>操作提示（不朗读）</a:t>
            </a:r>
          </a:p>
          <a:p xmlns:a="http://schemas.openxmlformats.org/drawingml/2006/main">
            <a:r>
              <a:t>不必逐字读表；重点解释 Must/Should 和电话规则。累计 3 分钟。</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Xuerui Huang | 03:00–05:00 (120 seconds)</a:t>
            </a:r>
          </a:p>
          <a:p xmlns:a="http://schemas.openxmlformats.org/drawingml/2006/main">
            <a:r>
              <a:t/>
            </a:r>
          </a:p>
          <a:p xmlns:a="http://schemas.openxmlformats.org/drawingml/2006/main">
            <a:r>
              <a:t>ENGLISH SCRIPT</a:t>
            </a:r>
          </a:p>
          <a:p xmlns:a="http://schemas.openxmlformats.org/drawingml/2006/main">
            <a:r>
              <a:t>The proposed division of work follows the main parts of the system. My role covers requirements, coordination and the interface. Bin's role covers domain objects, business rules and integration. Yonghui's role covers persistence, testing and evidence. Everyone should also review another component so that understanding does not depend on one person.</a:t>
            </a:r>
          </a:p>
          <a:p xmlns:a="http://schemas.openxmlformats.org/drawingml/2006/main">
            <a:r>
              <a:t/>
            </a:r>
          </a:p>
          <a:p xmlns:a="http://schemas.openxmlformats.org/drawingml/2006/main">
            <a:r>
              <a:t>The report describes a baseline classroom case with two sprints. Sprint one focuses on inventory, borrowing and the storage foundation. Sprint two focuses on returns, history, integration and acceptance. Their estimates are twenty-three and thirty-one hours, giving fifty-four hours in total. These are written planning examples, rather than records of completed student meetings.</a:t>
            </a:r>
          </a:p>
          <a:p xmlns:a="http://schemas.openxmlformats.org/drawingml/2006/main">
            <a:r>
              <a:t/>
            </a:r>
          </a:p>
          <a:p xmlns:a="http://schemas.openxmlformats.org/drawingml/2006/main">
            <a:r>
              <a:t>The later requests add the desktop interface, Windows startup support, two devices and a required phone contact. We keep those changes separate from the earlier case. The revised planning model adds twelve hours, suggested as four hours per member for adaptation and review. The current estimate is therefore sixty-six hours.</a:t>
            </a:r>
          </a:p>
          <a:p xmlns:a="http://schemas.openxmlformats.org/drawingml/2006/main">
            <a:r>
              <a:t/>
            </a:r>
          </a:p>
          <a:p xmlns:a="http://schemas.openxmlformats.org/drawingml/2006/main">
            <a:r>
              <a:t>At thirty New Zealand dollars per hour, labour is one thousand nine hundred and eighty dollars. Adding thirty dollars for resources and a ten-percent contingency gives two thousand two hundred and eleven dollars. This is an estimate, not a record of payments or actual student hours. Bin will now explain the design and demonstrate the application.</a:t>
            </a:r>
          </a:p>
          <a:p xmlns:a="http://schemas.openxmlformats.org/drawingml/2006/main">
            <a:r>
              <a:t/>
            </a:r>
          </a:p>
          <a:p xmlns:a="http://schemas.openxmlformats.org/drawingml/2006/main">
            <a:r>
              <a:t>操作提示（不朗读）</a:t>
            </a:r>
          </a:p>
          <a:p xmlns:a="http://schemas.openxmlformats.org/drawingml/2006/main">
            <a:r>
              <a:t>保留估算和示例状态，不把计划说成已完成经历。可在 4:45 左右结束并交接；5:00 由 Bin 接手。</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Bin Wang | 05:00–06:30 (90 seconds)</a:t>
            </a:r>
          </a:p>
          <a:p xmlns:a="http://schemas.openxmlformats.org/drawingml/2006/main">
            <a:r>
              <a:t/>
            </a:r>
          </a:p>
          <a:p xmlns:a="http://schemas.openxmlformats.org/drawingml/2006/main">
            <a:r>
              <a:t>ENGLISH SCRIPT</a:t>
            </a:r>
          </a:p>
          <a:p xmlns:a="http://schemas.openxmlformats.org/drawingml/2006/main">
            <a:r>
              <a:t>Thank you. The design separates presentation, business rules and storage. LoanApp in gui.py displays the desktop interface. The original app.py provides a terminal interface. Both use the same LoanService, so changing the interface does not create a second set of borrowing rules.</a:t>
            </a:r>
          </a:p>
          <a:p xmlns:a="http://schemas.openxmlformats.org/drawingml/2006/main">
            <a:r>
              <a:t/>
            </a:r>
          </a:p>
          <a:p xmlns:a="http://schemas.openxmlformats.org/drawingml/2006/main">
            <a:r>
              <a:t>LoanService receives an EquipmentRepository object through its constructor. This is composition. The service checks requests, while the repository handles SQLite queries and saved records. Equipment and Loan are data classes that carry information between these components.</a:t>
            </a:r>
          </a:p>
          <a:p xmlns:a="http://schemas.openxmlformats.org/drawingml/2006/main">
            <a:r>
              <a:t/>
            </a:r>
          </a:p>
          <a:p xmlns:a="http://schemas.openxmlformats.org/drawingml/2006/main">
            <a:r>
              <a:t>For borrowing, the service checks the name and phone, finds the equipment and rejects an item that is already on loan. A database index also prevents two active loans for the same device. The service provides a readable message, and the database protects the stored rule. Tablet and Microphone use the existing Equipment model because they follow the same borrowing behaviour as the other devices.</a:t>
            </a:r>
          </a:p>
          <a:p xmlns:a="http://schemas.openxmlformats.org/drawingml/2006/main">
            <a:r>
              <a:t/>
            </a:r>
          </a:p>
          <a:p xmlns:a="http://schemas.openxmlformats.org/drawingml/2006/main">
            <a:r>
              <a:t>操作提示（不朗读）</a:t>
            </a:r>
          </a:p>
          <a:p xmlns:a="http://schemas.openxmlformats.org/drawingml/2006/main">
            <a:r>
              <a:t>讲清两个界面共用服务、组合关系、服务校验和数据库约束。累计 6:30。</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Bin Wang | 06:30–07:15 (45 seconds)</a:t>
            </a:r>
          </a:p>
          <a:p xmlns:a="http://schemas.openxmlformats.org/drawingml/2006/main">
            <a:r>
              <a:t/>
            </a:r>
          </a:p>
          <a:p xmlns:a="http://schemas.openxmlformats.org/drawingml/2006/main">
            <a:r>
              <a:t>ENGLISH SCRIPT</a:t>
            </a:r>
          </a:p>
          <a:p xmlns:a="http://schemas.openxmlformats.org/drawingml/2006/main">
            <a:r>
              <a:t>The phone change reaches every layer: input, validation, the Loan object, database storage and displayed history. New loans require a phone contact.</a:t>
            </a:r>
          </a:p>
          <a:p xmlns:a="http://schemas.openxmlformats.org/drawingml/2006/main">
            <a:r>
              <a:t/>
            </a:r>
          </a:p>
          <a:p xmlns:a="http://schemas.openxmlformats.org/drawingml/2006/main">
            <a:r>
              <a:t>Older databases need a different treatment. The repository adds the borrower_phone column automatically. Existing identifiers, names and timestamps remain unchanged. A historical record without a phone shows Not recorded. The program keeps that gap visible instead of creating information that the borrower never supplied. I will now show the workflow in the GUI.</a:t>
            </a:r>
          </a:p>
          <a:p xmlns:a="http://schemas.openxmlformats.org/drawingml/2006/main">
            <a:r>
              <a:t/>
            </a:r>
          </a:p>
          <a:p xmlns:a="http://schemas.openxmlformats.org/drawingml/2006/main">
            <a:r>
              <a:t>操作提示（不朗读）</a:t>
            </a:r>
          </a:p>
          <a:p xmlns:a="http://schemas.openxmlformats.org/drawingml/2006/main">
            <a:r>
              <a:t>解释旧记录升级，不清空数据库，不编造历史电话。累计 7:15，切到演示。</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Bin Wang | 07:15–09:30 (135 seconds)</a:t>
            </a:r>
          </a:p>
          <a:p xmlns:a="http://schemas.openxmlformats.org/drawingml/2006/main">
            <a:r>
              <a:t/>
            </a:r>
          </a:p>
          <a:p xmlns:a="http://schemas.openxmlformats.org/drawingml/2006/main">
            <a:r>
              <a:t>ENGLISH SCRIPT</a:t>
            </a:r>
          </a:p>
          <a:p xmlns:a="http://schemas.openxmlformats.org/drawingml/2006/main">
            <a:r>
              <a:t>This is a separate demonstration database. The inventory contains five devices. I am scrolling to Tablet and Microphone, then selecting Tablet.</a:t>
            </a:r>
          </a:p>
          <a:p xmlns:a="http://schemas.openxmlformats.org/drawingml/2006/main">
            <a:r>
              <a:t/>
            </a:r>
          </a:p>
          <a:p xmlns:a="http://schemas.openxmlformats.org/drawingml/2006/main">
            <a:r>
              <a:t>I enter Demo A and first leave the phone empty. The program rejects the request. Now I enter the fictional contact zero two zero, followed by seven zeros, and record the loan.</a:t>
            </a:r>
          </a:p>
          <a:p xmlns:a="http://schemas.openxmlformats.org/drawingml/2006/main">
            <a:r>
              <a:t/>
            </a:r>
          </a:p>
          <a:p xmlns:a="http://schemas.openxmlformats.org/drawingml/2006/main">
            <a:r>
              <a:t>The history shows a Loan ID, the name and the phone. The tablet now shows On loan, and its borrowing button is disabled.</a:t>
            </a:r>
          </a:p>
          <a:p xmlns:a="http://schemas.openxmlformats.org/drawingml/2006/main">
            <a:r>
              <a:t/>
            </a:r>
          </a:p>
          <a:p xmlns:a="http://schemas.openxmlformats.org/drawingml/2006/main">
            <a:r>
              <a:t>I select that active loan and return it. The tablet becomes available again. The returned record and phone stay in history.</a:t>
            </a:r>
          </a:p>
          <a:p xmlns:a="http://schemas.openxmlformats.org/drawingml/2006/main">
            <a:r>
              <a:t/>
            </a:r>
          </a:p>
          <a:p xmlns:a="http://schemas.openxmlformats.org/drawingml/2006/main">
            <a:r>
              <a:t>I will close the window and reopen the same database. The saved record remains. Returns use the loan record, because a loan ID can differ from the equipment ID.</a:t>
            </a:r>
          </a:p>
          <a:p xmlns:a="http://schemas.openxmlformats.org/drawingml/2006/main">
            <a:r>
              <a:t/>
            </a:r>
          </a:p>
          <a:p xmlns:a="http://schemas.openxmlformats.org/drawingml/2006/main">
            <a:r>
              <a:t>操作提示（不朗读）</a:t>
            </a:r>
          </a:p>
          <a:p xmlns:a="http://schemas.openxmlformats.org/drawingml/2006/main">
            <a:r>
              <a:t>本页 2 分 15 秒包含鼠标操作和重启时间。0–15 秒：选 Tablet；15–35 秒：空电话被拒并填写 0200000000；35–55 秒：借用并展示记录；55–80 秒：归还；80–115 秒：关闭并用同一命令重开；115–135 秒：确认历史。保持演示数据库一致。累计 9:30，返回 PPT。</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Bin Wang | 09:30–10:00 (30 seconds)</a:t>
            </a:r>
          </a:p>
          <a:p xmlns:a="http://schemas.openxmlformats.org/drawingml/2006/main">
            <a:r>
              <a:t/>
            </a:r>
          </a:p>
          <a:p xmlns:a="http://schemas.openxmlformats.org/drawingml/2006/main">
            <a:r>
              <a:t>ENGLISH SCRIPT</a:t>
            </a:r>
          </a:p>
          <a:p xmlns:a="http://schemas.openxmlformats.org/drawingml/2006/main">
            <a:r>
              <a:t>These choices keep the project small enough to explain and test. Both interfaces share the same rules, and returns preserve history. The current product supports one workstation. It has no shared server, login or database encryption. Real campus use would need further controls and review. Yonghui will now explain our technical evidence and the remaining work.</a:t>
            </a:r>
          </a:p>
          <a:p xmlns:a="http://schemas.openxmlformats.org/drawingml/2006/main">
            <a:r>
              <a:t/>
            </a:r>
          </a:p>
          <a:p xmlns:a="http://schemas.openxmlformats.org/drawingml/2006/main">
            <a:r>
              <a:t>操作提示（不朗读）</a:t>
            </a:r>
          </a:p>
          <a:p xmlns:a="http://schemas.openxmlformats.org/drawingml/2006/main">
            <a:r>
              <a:t>30 秒总结并交接。10:00 由 Yonghui 接手。</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Yonghui Dai | 10:00–11:30 (90 seconds)</a:t>
            </a:r>
          </a:p>
          <a:p xmlns:a="http://schemas.openxmlformats.org/drawingml/2006/main">
            <a:r>
              <a:t/>
            </a:r>
          </a:p>
          <a:p xmlns:a="http://schemas.openxmlformats.org/drawingml/2006/main">
            <a:r>
              <a:t>ENGLISH SCRIPT</a:t>
            </a:r>
          </a:p>
          <a:p xmlns:a="http://schemas.openxmlformats.org/drawingml/2006/main">
            <a:r>
              <a:t>Thank you. The current technical verification includes twelve business and storage checks, eight GUI checks, and twelve acceptance checks. All passed in the recorded assistant execution on macOS on the twenty-fourth of October. The GUI checks create real Tk widgets rather than checking only the business service.</a:t>
            </a:r>
          </a:p>
          <a:p xmlns:a="http://schemas.openxmlformats.org/drawingml/2006/main">
            <a:r>
              <a:t/>
            </a:r>
          </a:p>
          <a:p xmlns:a="http://schemas.openxmlformats.org/drawingml/2006/main">
            <a:r>
              <a:t>The checks cover availability, borrowing, invalid input, duplicate protection, return, filtering, restart and Unicode names. They also exercise the required phone and the two additional devices. Migration checks compare older records before and after upgrading, including their identifiers and timestamps.</a:t>
            </a:r>
          </a:p>
          <a:p xmlns:a="http://schemas.openxmlformats.org/drawingml/2006/main">
            <a:r>
              <a:t/>
            </a:r>
          </a:p>
          <a:p xmlns:a="http://schemas.openxmlformats.org/drawingml/2006/main">
            <a:r>
              <a:t>These observations support the tested software version. They do not establish that the three students personally ran the checks, or that a client accepted the product. Windows startup support is included, but a real Windows run is still needed. If the environment skips GUI checks because Tkinter or a desktop display is missing, that does not verify the interface on that computer.</a:t>
            </a:r>
          </a:p>
          <a:p xmlns:a="http://schemas.openxmlformats.org/drawingml/2006/main">
            <a:r>
              <a:t/>
            </a:r>
          </a:p>
          <a:p xmlns:a="http://schemas.openxmlformats.org/drawingml/2006/main">
            <a:r>
              <a:t>操作提示（不朗读）</a:t>
            </a:r>
          </a:p>
          <a:p xmlns:a="http://schemas.openxmlformats.org/drawingml/2006/main">
            <a:r>
              <a:t>区分 20 项 unittest（12 业务＋8 GUI）与另 12 项验收；不要说已在 Windows 实测。累计 11:30。</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Yonghui Dai | 11:30–13:00 (90 seconds)</a:t>
            </a:r>
          </a:p>
          <a:p xmlns:a="http://schemas.openxmlformats.org/drawingml/2006/main">
            <a:r>
              <a:t/>
            </a:r>
          </a:p>
          <a:p xmlns:a="http://schemas.openxmlformats.org/drawingml/2006/main">
            <a:r>
              <a:t>ENGLISH SCRIPT</a:t>
            </a:r>
          </a:p>
          <a:p xmlns:a="http://schemas.openxmlformats.org/drawingml/2006/main">
            <a:r>
              <a:t>The report considers partnership, participation and protection. Partnership means seeking appropriate guidance before treating cultural decisions as settled. Participation means allowing relevant people to influence the requirements and review the interface. Protection includes examining what information the project collects and how it keeps that information.</a:t>
            </a:r>
          </a:p>
          <a:p xmlns:a="http://schemas.openxmlformats.org/drawingml/2006/main">
            <a:r>
              <a:t/>
            </a:r>
          </a:p>
          <a:p xmlns:a="http://schemas.openxmlformats.org/drawingml/2006/main">
            <a:r>
              <a:t>The new phone requirement makes that discussion more specific. The prototype stores contacts locally without login or encryption. Before real use, the team needs agreement on why a contact is necessary, who can access it, and how long it should remain. Our demonstration uses fictional details.</a:t>
            </a:r>
          </a:p>
          <a:p xmlns:a="http://schemas.openxmlformats.org/drawingml/2006/main">
            <a:r>
              <a:t/>
            </a:r>
          </a:p>
          <a:p xmlns:a="http://schemas.openxmlformats.org/drawingml/2006/main">
            <a:r>
              <a:t>The software preserves Unicode names, including macrons. That is a useful technical property, but it cannot establish cultural suitability. No actual Kaiārahi consultation or community approval is claimed. The prepared briefing asks about participation, language, contact collection and acceptance criteria. Those review questions remain open until the appropriate people contribute.</a:t>
            </a:r>
          </a:p>
          <a:p xmlns:a="http://schemas.openxmlformats.org/drawingml/2006/main">
            <a:r>
              <a:t/>
            </a:r>
          </a:p>
          <a:p xmlns:a="http://schemas.openxmlformats.org/drawingml/2006/main">
            <a:r>
              <a:t>操作提示（不朗读）</a:t>
            </a:r>
          </a:p>
          <a:p xmlns:a="http://schemas.openxmlformats.org/drawingml/2006/main">
            <a:r>
              <a:t>用具体电话字段说明 protection；说明咨询仍待开展。累计 13:00。</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Yonghui Dai | 13:00–14:30 (90 seconds)</a:t>
            </a:r>
          </a:p>
          <a:p xmlns:a="http://schemas.openxmlformats.org/drawingml/2006/main">
            <a:r>
              <a:t/>
            </a:r>
          </a:p>
          <a:p xmlns:a="http://schemas.openxmlformats.org/drawingml/2006/main">
            <a:r>
              <a:t>ENGLISH SCRIPT</a:t>
            </a:r>
          </a:p>
          <a:p xmlns:a="http://schemas.openxmlformats.org/drawingml/2006/main">
            <a:r>
              <a:t>The case and current implementation give us several points to examine. A small change, such as requiring a phone, affects the screen, service, data model, database and tests. A requirement therefore needs to connect to each affected component and to an observable result.</a:t>
            </a:r>
          </a:p>
          <a:p xmlns:a="http://schemas.openxmlformats.org/drawingml/2006/main">
            <a:r>
              <a:t/>
            </a:r>
          </a:p>
          <a:p xmlns:a="http://schemas.openxmlformats.org/drawingml/2006/main">
            <a:r>
              <a:t>Migration provides another example. A new column should not damage earlier loans or make missing contacts appear complete. Tests need to compare stored values and reopen the database, rather than rely only on a success message.</a:t>
            </a:r>
          </a:p>
          <a:p xmlns:a="http://schemas.openxmlformats.org/drawingml/2006/main">
            <a:r>
              <a:t/>
            </a:r>
          </a:p>
          <a:p xmlns:a="http://schemas.openxmlformats.org/drawingml/2006/main">
            <a:r>
              <a:t>For teamwork, assigned roles and equal estimated hours are only a starting point. Each member should explain another component, review a complete borrowing path and record any unresolved question. Personal reflections should use actual contributions and learning rather than repeat the written scenario as an experience.</a:t>
            </a:r>
          </a:p>
          <a:p xmlns:a="http://schemas.openxmlformats.org/drawingml/2006/main">
            <a:r>
              <a:t/>
            </a:r>
          </a:p>
          <a:p xmlns:a="http://schemas.openxmlformats.org/drawingml/2006/main">
            <a:r>
              <a:t>The next technical step is checking the extracted release on the presentation computer. The next participation steps are confirming the tutor's client arrangement and the appropriate advisory route, then recording how that input affects the project.</a:t>
            </a:r>
          </a:p>
          <a:p xmlns:a="http://schemas.openxmlformats.org/drawingml/2006/main">
            <a:r>
              <a:t/>
            </a:r>
          </a:p>
          <a:p xmlns:a="http://schemas.openxmlformats.org/drawingml/2006/main">
            <a:r>
              <a:t>操作提示（不朗读）</a:t>
            </a:r>
          </a:p>
          <a:p xmlns:a="http://schemas.openxmlformats.org/drawingml/2006/main">
            <a:r>
              <a:t>反思使用分析语气，不声称未做过的团队活动。累计 14:30。</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Yonghui Dai | 14:30–15:00 (30 seconds)</a:t>
            </a:r>
          </a:p>
          <a:p xmlns:a="http://schemas.openxmlformats.org/drawingml/2006/main">
            <a:r>
              <a:t/>
            </a:r>
          </a:p>
          <a:p xmlns:a="http://schemas.openxmlformats.org/drawingml/2006/main">
            <a:r>
              <a:t>ENGLISH SCRIPT</a:t>
            </a:r>
          </a:p>
          <a:p xmlns:a="http://schemas.openxmlformats.org/drawingml/2006/main">
            <a:r>
              <a:t>To finish, the current release demonstrates five devices, required phone contacts, borrowing, returns and saved history through a desktop interface. The code and documents are available in the project repository. The remaining work includes Windows verification, participant review and the appropriate consultation. Thank you for listening. We are ready for your questions.</a:t>
            </a:r>
          </a:p>
          <a:p xmlns:a="http://schemas.openxmlformats.org/drawingml/2006/main">
            <a:r>
              <a:t/>
            </a:r>
          </a:p>
          <a:p xmlns:a="http://schemas.openxmlformats.org/drawingml/2006/main">
            <a:r>
              <a:t>操作提示（不朗读）</a:t>
            </a:r>
          </a:p>
          <a:p xmlns:a="http://schemas.openxmlformats.org/drawingml/2006/main">
            <a:r>
              <a:t>15:00 结束。若老师把问答计入 15 分钟，请相应缩短正文；当前安排不额外包含问答。</a:t>
            </a:r>
          </a:p>
          <a:p xmlns:a="http://schemas.openxmlformats.org/drawingml/2006/main">
            <a:r>
              <a:t/>
            </a:r>
          </a:p>
          <a:p xmlns:a="http://schemas.openxmlformats.org/drawingml/2006/main">
            <a:r>
              <a:t>Sources: current selected Project Report (sections 3–5, 8–10 and appendices), Reflection Report and Python source at GitHub source commit d61c66ca11d2fd69c2bd40c005d3e4b53f65b100. Repository: https://github.com/dreamgithub0920/Campus_Equipment_Loan_System. Technical checks recorded 24 October 2026 on macOS; not a Windows execution or student activity record. Screenshots were captured from the current application on 25 October 2026 NZDT using an isolated in-memory database and fictional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56bccbd4a149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eb63cd5f5a455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92a892423b45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b445244d564a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7580e25ee742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e6112abc0b40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B5C9A5-4C31-472A-94B1-CF90505DA4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68E51E-4EFA-457B-9D9A-297B030348B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B59132-357F-433C-8171-FCE5E7BB92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81A495-AD9F-480B-AADF-37C71EBD06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4786FE-9B13-4D70-88D8-3880A4D5690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B45C19-B97A-403E-814C-FC7D9C9FAB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C87D45-81A7-4E19-865A-2E1A6FD740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DA79A5-2629-4E1B-8EB8-9F9492EE61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91E7FB-1BD1-436C-9910-D4D88CD5B0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469BAA-793B-4186-A116-79C19EFE67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284ca618a14e92" /><Relationship Type="http://schemas.openxmlformats.org/officeDocument/2006/relationships/slideLayout" Target="/ppt/slideLayouts/slideLayout1.xml" Id="Rd362c728a4c84520" /><Relationship Type="http://schemas.openxmlformats.org/officeDocument/2006/relationships/slideLayout" Target="/ppt/slideLayouts/slideLayout2.xml" Id="R1274b041a41d4ce5" /><Relationship Type="http://schemas.openxmlformats.org/officeDocument/2006/relationships/slideLayout" Target="/ppt/slideLayouts/slideLayout3.xml" Id="R7fb414f120a5442a" /><Relationship Type="http://schemas.openxmlformats.org/officeDocument/2006/relationships/slideLayout" Target="/ppt/slideLayouts/slideLayout4.xml" Id="R2005e41375114816" /><Relationship Type="http://schemas.openxmlformats.org/officeDocument/2006/relationships/slideLayout" Target="/ppt/slideLayouts/slideLayout5.xml" Id="R982d5a5c07104fb2" /><Relationship Type="http://schemas.openxmlformats.org/officeDocument/2006/relationships/slideLayout" Target="/ppt/slideLayouts/slideLayout6.xml" Id="R864b7366bcbb42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62c728a4c84520"/>
    <p:sldLayoutId xmlns:r="http://schemas.openxmlformats.org/officeDocument/2006/relationships" id="2147483650" r:id="R1274b041a41d4ce5"/>
    <p:sldLayoutId xmlns:r="http://schemas.openxmlformats.org/officeDocument/2006/relationships" id="2147483651" r:id="R7fb414f120a5442a"/>
    <p:sldLayoutId xmlns:r="http://schemas.openxmlformats.org/officeDocument/2006/relationships" id="2147483652" r:id="R2005e41375114816"/>
    <p:sldLayoutId xmlns:r="http://schemas.openxmlformats.org/officeDocument/2006/relationships" id="2147483653" r:id="R982d5a5c07104fb2"/>
    <p:sldLayoutId xmlns:r="http://schemas.openxmlformats.org/officeDocument/2006/relationships" id="2147483654" r:id="R864b7366bcbb42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0e290f59ed4a47" /><Relationship Type="http://schemas.openxmlformats.org/officeDocument/2006/relationships/image" Target="/ppt/media/image.png" Id="R4a0459040f944794" /><Relationship Type="http://schemas.openxmlformats.org/officeDocument/2006/relationships/notesSlide" Target="/ppt/notesSlides/notesSlide1.xml" Id="Rbbe4c2e2463d45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b46498a6ca469a" /><Relationship Type="http://schemas.openxmlformats.org/officeDocument/2006/relationships/notesSlide" Target="/ppt/notesSlides/notesSlide2.xml" Id="Rbfc6eb54d51b40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c228a609de4cb0" /><Relationship Type="http://schemas.openxmlformats.org/officeDocument/2006/relationships/notesSlide" Target="/ppt/notesSlides/notesSlide3.xml" Id="Rbfabad154ced48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c4e93c2e6542f0" /><Relationship Type="http://schemas.openxmlformats.org/officeDocument/2006/relationships/notesSlide" Target="/ppt/notesSlides/notesSlide4.xml" Id="R5d994146d20447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420e9e352f4ed2" /><Relationship Type="http://schemas.openxmlformats.org/officeDocument/2006/relationships/notesSlide" Target="/ppt/notesSlides/notesSlide5.xml" Id="R9065794204444f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dd79606f6614bed" /><Relationship Type="http://schemas.openxmlformats.org/officeDocument/2006/relationships/notesSlide" Target="/ppt/notesSlides/notesSlide6.xml" Id="R5419046511fc40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4ee63af3ed4292" /><Relationship Type="http://schemas.openxmlformats.org/officeDocument/2006/relationships/image" Target="/ppt/media/image2.png" Id="R802a0c8e4f8b42ab" /><Relationship Type="http://schemas.openxmlformats.org/officeDocument/2006/relationships/notesSlide" Target="/ppt/notesSlides/notesSlide7.xml" Id="Rf71a5718c38849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7123215706457e" /><Relationship Type="http://schemas.openxmlformats.org/officeDocument/2006/relationships/image" Target="/ppt/media/image3.png" Id="Re12de3f353ff44f0" /><Relationship Type="http://schemas.openxmlformats.org/officeDocument/2006/relationships/notesSlide" Target="/ppt/notesSlides/notesSlide8.xml" Id="Raa2812a9d43343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d4379778e84bb4" /><Relationship Type="http://schemas.openxmlformats.org/officeDocument/2006/relationships/notesSlide" Target="/ppt/notesSlides/notesSlide9.xml" Id="R65569ed5ec5b48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9b28a6935ad44cc" /><Relationship Type="http://schemas.openxmlformats.org/officeDocument/2006/relationships/notesSlide" Target="/ppt/notesSlides/notesSlide10.xml" Id="R95139d03440e43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e4ad21bcbd145e1" /><Relationship Type="http://schemas.openxmlformats.org/officeDocument/2006/relationships/notesSlide" Target="/ppt/notesSlides/notesSlide11.xml" Id="R0b5e12da116c45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c1d608674a84119" /><Relationship Type="http://schemas.openxmlformats.org/officeDocument/2006/relationships/notesSlide" Target="/ppt/notesSlides/notesSlide12.xml" Id="R4d91e677686b488f"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course">
            <a:extLst xmlns:a="http://schemas.openxmlformats.org/drawingml/2006/main">
              <a:ext uri="{FF2B5EF4-FFF2-40B4-BE49-F238E27FC236}">
                <a16:creationId xmlns:a16="http://schemas.microsoft.com/office/drawing/2014/main" id="{5D484E8E-EFF8-4B74-A7E6-6BDD6F41FC6B}"/>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peaker-time">
            <a:extLst xmlns:a="http://schemas.openxmlformats.org/drawingml/2006/main">
              <a:ext uri="{FF2B5EF4-FFF2-40B4-BE49-F238E27FC236}">
                <a16:creationId xmlns:a16="http://schemas.microsoft.com/office/drawing/2014/main" id="{B58DC4F4-62A9-435F-9E58-10F8E0719FE6}"/>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Xuerui Huang  |  00:00–00:30</a:t>
            </a:r>
          </a:p>
        </p:txBody>
      </p:sp>
      <p:sp>
        <p:nvSpPr>
          <p:cNvPr id="3" name="page">
            <a:extLst xmlns:a="http://schemas.openxmlformats.org/drawingml/2006/main">
              <a:ext uri="{FF2B5EF4-FFF2-40B4-BE49-F238E27FC236}">
                <a16:creationId xmlns:a16="http://schemas.microsoft.com/office/drawing/2014/main" id="{3C6FC3A0-4F55-40F8-A027-510B7C470459}"/>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01 / 12</a:t>
            </a:r>
          </a:p>
        </p:txBody>
      </p:sp>
      <p:sp>
        <p:nvSpPr>
          <p:cNvPr id="4" name="slide-title">
            <a:extLst xmlns:a="http://schemas.openxmlformats.org/drawingml/2006/main">
              <a:ext uri="{FF2B5EF4-FFF2-40B4-BE49-F238E27FC236}">
                <a16:creationId xmlns:a16="http://schemas.microsoft.com/office/drawing/2014/main" id="{60F46D6E-6EC9-4205-94D3-C0FE2A43AA6F}"/>
              </a:ext>
            </a:extLst>
          </p:cNvPr>
          <p:cNvSpPr>
            <a:spLocks xmlns:a="http://schemas.openxmlformats.org/drawingml/2006/main" noGrp="1"/>
          </p:cNvSpPr>
          <p:nvPr/>
        </p:nvSpPr>
        <p:spPr>
          <a:xfrm xmlns:a="http://schemas.openxmlformats.org/drawingml/2006/main">
            <a:off x="609600" y="1304925"/>
            <a:ext cx="5810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73B4B"/>
                </a:solidFill>
                <a:latin typeface="Arial"/>
                <a:ea typeface="Arial"/>
                <a:cs typeface="Arial"/>
              </a:defRPr>
            </a:defPPr>
            <a:lvl1pPr algn="l">
              <a:defRPr sz="4500" b="1">
                <a:solidFill>
                  <a:srgbClr val="173B4B"/>
                </a:solidFill>
                <a:latin typeface="Arial"/>
                <a:ea typeface="Arial"/>
                <a:cs typeface="Arial"/>
              </a:defRPr>
            </a:lvl1pPr>
            <a:lvl2pPr algn="l">
              <a:defRPr sz="4500" b="1">
                <a:solidFill>
                  <a:srgbClr val="173B4B"/>
                </a:solidFill>
                <a:latin typeface="Arial"/>
                <a:ea typeface="Arial"/>
                <a:cs typeface="Arial"/>
              </a:defRPr>
            </a:lvl2pPr>
            <a:lvl3pPr algn="l">
              <a:defRPr sz="4500" b="1">
                <a:solidFill>
                  <a:srgbClr val="173B4B"/>
                </a:solidFill>
                <a:latin typeface="Arial"/>
                <a:ea typeface="Arial"/>
                <a:cs typeface="Arial"/>
              </a:defRPr>
            </a:lvl3pPr>
            <a:lvl4pPr algn="l">
              <a:defRPr sz="4500" b="1">
                <a:solidFill>
                  <a:srgbClr val="173B4B"/>
                </a:solidFill>
                <a:latin typeface="Arial"/>
                <a:ea typeface="Arial"/>
                <a:cs typeface="Arial"/>
              </a:defRPr>
            </a:lvl4pPr>
            <a:lvl5pPr algn="l">
              <a:defRPr sz="4500" b="1">
                <a:solidFill>
                  <a:srgbClr val="173B4B"/>
                </a:solidFill>
                <a:latin typeface="Arial"/>
                <a:ea typeface="Arial"/>
                <a:cs typeface="Arial"/>
              </a:defRPr>
            </a:lvl5pPr>
            <a:lvl6pPr algn="l">
              <a:defRPr sz="4500" b="1">
                <a:solidFill>
                  <a:srgbClr val="173B4B"/>
                </a:solidFill>
                <a:latin typeface="Arial"/>
                <a:ea typeface="Arial"/>
                <a:cs typeface="Arial"/>
              </a:defRPr>
            </a:lvl6pPr>
            <a:lvl7pPr algn="l">
              <a:defRPr sz="4500" b="1">
                <a:solidFill>
                  <a:srgbClr val="173B4B"/>
                </a:solidFill>
                <a:latin typeface="Arial"/>
                <a:ea typeface="Arial"/>
                <a:cs typeface="Arial"/>
              </a:defRPr>
            </a:lvl7pPr>
            <a:lvl8pPr algn="l">
              <a:defRPr sz="4500" b="1">
                <a:solidFill>
                  <a:srgbClr val="173B4B"/>
                </a:solidFill>
                <a:latin typeface="Arial"/>
                <a:ea typeface="Arial"/>
                <a:cs typeface="Arial"/>
              </a:defRPr>
            </a:lvl8pPr>
            <a:lvl9pPr algn="l">
              <a:defRPr sz="4500" b="1">
                <a:solidFill>
                  <a:srgbClr val="173B4B"/>
                </a:solidFill>
                <a:latin typeface="Arial"/>
                <a:ea typeface="Arial"/>
                <a:cs typeface="Arial"/>
              </a:defRPr>
            </a:lvl9pPr>
          </a:lstStyle>
          <a:p xmlns:a="http://schemas.openxmlformats.org/drawingml/2006/main">
            <a:pPr algn="l">
              <a:defRPr sz="4500" b="1">
                <a:solidFill>
                  <a:srgbClr val="173B4B"/>
                </a:solidFill>
                <a:latin typeface="Arial"/>
                <a:ea typeface="Arial"/>
                <a:cs typeface="Arial"/>
              </a:defRPr>
            </a:pPr>
            <a:r>
              <a:rPr sz="4500" b="1">
                <a:solidFill>
                  <a:srgbClr val="173B4B"/>
                </a:solidFill>
                <a:latin typeface="Arial"/>
                <a:ea typeface="Arial"/>
                <a:cs typeface="Arial"/>
              </a:rPr>
              <a:t>Campus Equipment</a:t>
            </a:r>
          </a:p>
          <a:p xmlns:a="http://schemas.openxmlformats.org/drawingml/2006/main">
            <a:pPr algn="l">
              <a:defRPr sz="4500" b="1">
                <a:solidFill>
                  <a:srgbClr val="173B4B"/>
                </a:solidFill>
                <a:latin typeface="Arial"/>
                <a:ea typeface="Arial"/>
                <a:cs typeface="Arial"/>
              </a:defRPr>
            </a:pPr>
            <a:r>
              <a:rPr sz="4500" b="1">
                <a:solidFill>
                  <a:srgbClr val="173B4B"/>
                </a:solidFill>
                <a:latin typeface="Arial"/>
                <a:ea typeface="Arial"/>
                <a:cs typeface="Arial"/>
              </a:rPr>
              <a:t>Loan System</a:t>
            </a:r>
          </a:p>
        </p:txBody>
      </p:sp>
      <p:sp>
        <p:nvSpPr>
          <p:cNvPr id="5" name="text">
            <a:extLst xmlns:a="http://schemas.openxmlformats.org/drawingml/2006/main">
              <a:ext uri="{FF2B5EF4-FFF2-40B4-BE49-F238E27FC236}">
                <a16:creationId xmlns:a16="http://schemas.microsoft.com/office/drawing/2014/main" id="{4E526E65-EA88-4088-8102-978F37BBC101}"/>
              </a:ext>
            </a:extLst>
          </p:cNvPr>
          <p:cNvSpPr>
            <a:spLocks xmlns:a="http://schemas.openxmlformats.org/drawingml/2006/main" noGrp="1"/>
          </p:cNvSpPr>
          <p:nvPr/>
        </p:nvSpPr>
        <p:spPr>
          <a:xfrm xmlns:a="http://schemas.openxmlformats.org/drawingml/2006/main">
            <a:off x="609600" y="3171825"/>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A6F6B"/>
                </a:solidFill>
                <a:latin typeface="Arial"/>
                <a:ea typeface="Arial"/>
                <a:cs typeface="Arial"/>
              </a:defRPr>
            </a:defPPr>
            <a:lvl1pPr algn="l">
              <a:defRPr sz="2250" b="0">
                <a:solidFill>
                  <a:srgbClr val="2A6F6B"/>
                </a:solidFill>
                <a:latin typeface="Arial"/>
                <a:ea typeface="Arial"/>
                <a:cs typeface="Arial"/>
              </a:defRPr>
            </a:lvl1pPr>
            <a:lvl2pPr algn="l">
              <a:defRPr sz="2250" b="0">
                <a:solidFill>
                  <a:srgbClr val="2A6F6B"/>
                </a:solidFill>
                <a:latin typeface="Arial"/>
                <a:ea typeface="Arial"/>
                <a:cs typeface="Arial"/>
              </a:defRPr>
            </a:lvl2pPr>
            <a:lvl3pPr algn="l">
              <a:defRPr sz="2250" b="0">
                <a:solidFill>
                  <a:srgbClr val="2A6F6B"/>
                </a:solidFill>
                <a:latin typeface="Arial"/>
                <a:ea typeface="Arial"/>
                <a:cs typeface="Arial"/>
              </a:defRPr>
            </a:lvl3pPr>
            <a:lvl4pPr algn="l">
              <a:defRPr sz="2250" b="0">
                <a:solidFill>
                  <a:srgbClr val="2A6F6B"/>
                </a:solidFill>
                <a:latin typeface="Arial"/>
                <a:ea typeface="Arial"/>
                <a:cs typeface="Arial"/>
              </a:defRPr>
            </a:lvl4pPr>
            <a:lvl5pPr algn="l">
              <a:defRPr sz="2250" b="0">
                <a:solidFill>
                  <a:srgbClr val="2A6F6B"/>
                </a:solidFill>
                <a:latin typeface="Arial"/>
                <a:ea typeface="Arial"/>
                <a:cs typeface="Arial"/>
              </a:defRPr>
            </a:lvl5pPr>
            <a:lvl6pPr algn="l">
              <a:defRPr sz="2250" b="0">
                <a:solidFill>
                  <a:srgbClr val="2A6F6B"/>
                </a:solidFill>
                <a:latin typeface="Arial"/>
                <a:ea typeface="Arial"/>
                <a:cs typeface="Arial"/>
              </a:defRPr>
            </a:lvl6pPr>
            <a:lvl7pPr algn="l">
              <a:defRPr sz="2250" b="0">
                <a:solidFill>
                  <a:srgbClr val="2A6F6B"/>
                </a:solidFill>
                <a:latin typeface="Arial"/>
                <a:ea typeface="Arial"/>
                <a:cs typeface="Arial"/>
              </a:defRPr>
            </a:lvl7pPr>
            <a:lvl8pPr algn="l">
              <a:defRPr sz="2250" b="0">
                <a:solidFill>
                  <a:srgbClr val="2A6F6B"/>
                </a:solidFill>
                <a:latin typeface="Arial"/>
                <a:ea typeface="Arial"/>
                <a:cs typeface="Arial"/>
              </a:defRPr>
            </a:lvl8pPr>
            <a:lvl9pPr algn="l">
              <a:defRPr sz="2250" b="0">
                <a:solidFill>
                  <a:srgbClr val="2A6F6B"/>
                </a:solidFill>
                <a:latin typeface="Arial"/>
                <a:ea typeface="Arial"/>
                <a:cs typeface="Arial"/>
              </a:defRPr>
            </a:lvl9pPr>
          </a:lstStyle>
          <a:p xmlns:a="http://schemas.openxmlformats.org/drawingml/2006/main">
            <a:pPr algn="l">
              <a:defRPr sz="2250" b="0">
                <a:solidFill>
                  <a:srgbClr val="2A6F6B"/>
                </a:solidFill>
                <a:latin typeface="Arial"/>
                <a:ea typeface="Arial"/>
                <a:cs typeface="Arial"/>
              </a:defRPr>
            </a:pPr>
            <a:r>
              <a:rPr sz="2250" b="0">
                <a:solidFill>
                  <a:srgbClr val="2A6F6B"/>
                </a:solidFill>
                <a:latin typeface="Arial"/>
                <a:ea typeface="Arial"/>
                <a:cs typeface="Arial"/>
              </a:rPr>
              <a:t>A local desktop application</a:t>
            </a:r>
          </a:p>
          <a:p xmlns:a="http://schemas.openxmlformats.org/drawingml/2006/main">
            <a:pPr algn="l">
              <a:defRPr sz="2250" b="0">
                <a:solidFill>
                  <a:srgbClr val="2A6F6B"/>
                </a:solidFill>
                <a:latin typeface="Arial"/>
                <a:ea typeface="Arial"/>
                <a:cs typeface="Arial"/>
              </a:defRPr>
            </a:pPr>
            <a:r>
              <a:rPr sz="2250" b="0">
                <a:solidFill>
                  <a:srgbClr val="2A6F6B"/>
                </a:solidFill>
                <a:latin typeface="Arial"/>
                <a:ea typeface="Arial"/>
                <a:cs typeface="Arial"/>
              </a:rPr>
              <a:t>for a campus equipment desk</a:t>
            </a:r>
          </a:p>
        </p:txBody>
      </p:sp>
      <p:sp>
        <p:nvSpPr>
          <p:cNvPr id="6" name="text">
            <a:extLst xmlns:a="http://schemas.openxmlformats.org/drawingml/2006/main">
              <a:ext uri="{FF2B5EF4-FFF2-40B4-BE49-F238E27FC236}">
                <a16:creationId xmlns:a16="http://schemas.microsoft.com/office/drawing/2014/main" id="{00F92546-6B07-411A-9B71-FA0375BE8CCE}"/>
              </a:ext>
            </a:extLst>
          </p:cNvPr>
          <p:cNvSpPr>
            <a:spLocks xmlns:a="http://schemas.openxmlformats.org/drawingml/2006/main" noGrp="1"/>
          </p:cNvSpPr>
          <p:nvPr/>
        </p:nvSpPr>
        <p:spPr>
          <a:xfrm xmlns:a="http://schemas.openxmlformats.org/drawingml/2006/main">
            <a:off x="609600" y="4476750"/>
            <a:ext cx="5048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B4B"/>
                </a:solidFill>
                <a:latin typeface="Arial"/>
                <a:ea typeface="Arial"/>
                <a:cs typeface="Arial"/>
              </a:defRPr>
            </a:defPPr>
            <a:lvl1pPr algn="l">
              <a:defRPr sz="2025" b="0">
                <a:solidFill>
                  <a:srgbClr val="173B4B"/>
                </a:solidFill>
                <a:latin typeface="Arial"/>
                <a:ea typeface="Arial"/>
                <a:cs typeface="Arial"/>
              </a:defRPr>
            </a:lvl1pPr>
            <a:lvl2pPr algn="l">
              <a:defRPr sz="2025" b="0">
                <a:solidFill>
                  <a:srgbClr val="173B4B"/>
                </a:solidFill>
                <a:latin typeface="Arial"/>
                <a:ea typeface="Arial"/>
                <a:cs typeface="Arial"/>
              </a:defRPr>
            </a:lvl2pPr>
            <a:lvl3pPr algn="l">
              <a:defRPr sz="2025" b="0">
                <a:solidFill>
                  <a:srgbClr val="173B4B"/>
                </a:solidFill>
                <a:latin typeface="Arial"/>
                <a:ea typeface="Arial"/>
                <a:cs typeface="Arial"/>
              </a:defRPr>
            </a:lvl3pPr>
            <a:lvl4pPr algn="l">
              <a:defRPr sz="2025" b="0">
                <a:solidFill>
                  <a:srgbClr val="173B4B"/>
                </a:solidFill>
                <a:latin typeface="Arial"/>
                <a:ea typeface="Arial"/>
                <a:cs typeface="Arial"/>
              </a:defRPr>
            </a:lvl4pPr>
            <a:lvl5pPr algn="l">
              <a:defRPr sz="2025" b="0">
                <a:solidFill>
                  <a:srgbClr val="173B4B"/>
                </a:solidFill>
                <a:latin typeface="Arial"/>
                <a:ea typeface="Arial"/>
                <a:cs typeface="Arial"/>
              </a:defRPr>
            </a:lvl5pPr>
            <a:lvl6pPr algn="l">
              <a:defRPr sz="2025" b="0">
                <a:solidFill>
                  <a:srgbClr val="173B4B"/>
                </a:solidFill>
                <a:latin typeface="Arial"/>
                <a:ea typeface="Arial"/>
                <a:cs typeface="Arial"/>
              </a:defRPr>
            </a:lvl6pPr>
            <a:lvl7pPr algn="l">
              <a:defRPr sz="2025" b="0">
                <a:solidFill>
                  <a:srgbClr val="173B4B"/>
                </a:solidFill>
                <a:latin typeface="Arial"/>
                <a:ea typeface="Arial"/>
                <a:cs typeface="Arial"/>
              </a:defRPr>
            </a:lvl7pPr>
            <a:lvl8pPr algn="l">
              <a:defRPr sz="2025" b="0">
                <a:solidFill>
                  <a:srgbClr val="173B4B"/>
                </a:solidFill>
                <a:latin typeface="Arial"/>
                <a:ea typeface="Arial"/>
                <a:cs typeface="Arial"/>
              </a:defRPr>
            </a:lvl8pPr>
            <a:lvl9pPr algn="l">
              <a:defRPr sz="2025" b="0">
                <a:solidFill>
                  <a:srgbClr val="173B4B"/>
                </a:solidFill>
                <a:latin typeface="Arial"/>
                <a:ea typeface="Arial"/>
                <a:cs typeface="Arial"/>
              </a:defRPr>
            </a:lvl9pPr>
          </a:lstStyle>
          <a:p xmlns:a="http://schemas.openxmlformats.org/drawingml/2006/main">
            <a:pPr algn="l">
              <a:defRPr sz="2025" b="0">
                <a:solidFill>
                  <a:srgbClr val="173B4B"/>
                </a:solidFill>
                <a:latin typeface="Arial"/>
                <a:ea typeface="Arial"/>
                <a:cs typeface="Arial"/>
              </a:defRPr>
            </a:pPr>
            <a:r>
              <a:rPr sz="2025" b="0">
                <a:solidFill>
                  <a:srgbClr val="173B4B"/>
                </a:solidFill>
                <a:latin typeface="Arial"/>
                <a:ea typeface="Arial"/>
                <a:cs typeface="Arial"/>
              </a:rPr>
              <a:t>Xuerui Huang</a:t>
            </a:r>
          </a:p>
          <a:p xmlns:a="http://schemas.openxmlformats.org/drawingml/2006/main">
            <a:pPr algn="l">
              <a:defRPr sz="2025" b="0">
                <a:solidFill>
                  <a:srgbClr val="173B4B"/>
                </a:solidFill>
                <a:latin typeface="Arial"/>
                <a:ea typeface="Arial"/>
                <a:cs typeface="Arial"/>
              </a:defRPr>
            </a:pPr>
            <a:r>
              <a:rPr sz="2025" b="0">
                <a:solidFill>
                  <a:srgbClr val="173B4B"/>
                </a:solidFill>
                <a:latin typeface="Arial"/>
                <a:ea typeface="Arial"/>
                <a:cs typeface="Arial"/>
              </a:rPr>
              <a:t>Bin Wang</a:t>
            </a:r>
          </a:p>
          <a:p xmlns:a="http://schemas.openxmlformats.org/drawingml/2006/main">
            <a:pPr algn="l">
              <a:defRPr sz="2025" b="0">
                <a:solidFill>
                  <a:srgbClr val="173B4B"/>
                </a:solidFill>
                <a:latin typeface="Arial"/>
                <a:ea typeface="Arial"/>
                <a:cs typeface="Arial"/>
              </a:defRPr>
            </a:pPr>
            <a:r>
              <a:rPr sz="2025" b="0">
                <a:solidFill>
                  <a:srgbClr val="173B4B"/>
                </a:solidFill>
                <a:latin typeface="Arial"/>
                <a:ea typeface="Arial"/>
                <a:cs typeface="Arial"/>
              </a:rPr>
              <a:t>Yonghui Dai</a:t>
            </a:r>
          </a:p>
        </p:txBody>
      </p:sp>
      <p:pic>
        <p:nvPicPr>
          <p:cNvPr id="7" name="">
            <a:extLst xmlns:a="http://schemas.openxmlformats.org/drawingml/2006/main">
              <a:ext uri="{FF2B5EF4-FFF2-40B4-BE49-F238E27FC236}">
                <a16:creationId xmlns:a16="http://schemas.microsoft.com/office/drawing/2014/main" id="{E0DBB21E-B44B-4BF1-A614-DB96CD246A20}"/>
              </a:ext>
            </a:extLst>
          </p:cNvPr>
          <p:cNvPicPr>
            <a:picLocks xmlns:a="http://schemas.openxmlformats.org/drawingml/2006/main" noChangeAspect="1"/>
          </p:cNvPicPr>
          <p:nvPr/>
        </p:nvPicPr>
        <p:blipFill>
          <a:blip xmlns:r="http://schemas.openxmlformats.org/officeDocument/2006/relationships" xmlns:a="http://schemas.openxmlformats.org/drawingml/2006/main" r:embed="R4a0459040f944794"/>
          <a:stretch xmlns:a="http://schemas.openxmlformats.org/drawingml/2006/main"/>
        </p:blipFill>
        <p:spPr>
          <a:xfrm xmlns:a="http://schemas.openxmlformats.org/drawingml/2006/main">
            <a:off x="6762750" y="1676026"/>
            <a:ext cx="4819650" cy="356309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F83CC1E-CE3B-418B-A385-49A5C1BF0B8F}"/>
              </a:ext>
            </a:extLst>
          </p:cNvPr>
          <p:cNvSpPr>
            <a:spLocks xmlns:a="http://schemas.openxmlformats.org/drawingml/2006/main" noGrp="1"/>
          </p:cNvSpPr>
          <p:nvPr/>
        </p:nvSpPr>
        <p:spPr>
          <a:xfrm xmlns:a="http://schemas.openxmlformats.org/drawingml/2006/main">
            <a:off x="6762750" y="5610225"/>
            <a:ext cx="4819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A6F76"/>
                </a:solidFill>
                <a:latin typeface="Arial"/>
                <a:ea typeface="Arial"/>
                <a:cs typeface="Arial"/>
              </a:defRPr>
            </a:defPPr>
            <a:lvl1pPr algn="l">
              <a:defRPr sz="1425" b="0">
                <a:solidFill>
                  <a:srgbClr val="5A6F76"/>
                </a:solidFill>
                <a:latin typeface="Arial"/>
                <a:ea typeface="Arial"/>
                <a:cs typeface="Arial"/>
              </a:defRPr>
            </a:lvl1pPr>
            <a:lvl2pPr algn="l">
              <a:defRPr sz="1425" b="0">
                <a:solidFill>
                  <a:srgbClr val="5A6F76"/>
                </a:solidFill>
                <a:latin typeface="Arial"/>
                <a:ea typeface="Arial"/>
                <a:cs typeface="Arial"/>
              </a:defRPr>
            </a:lvl2pPr>
            <a:lvl3pPr algn="l">
              <a:defRPr sz="1425" b="0">
                <a:solidFill>
                  <a:srgbClr val="5A6F76"/>
                </a:solidFill>
                <a:latin typeface="Arial"/>
                <a:ea typeface="Arial"/>
                <a:cs typeface="Arial"/>
              </a:defRPr>
            </a:lvl3pPr>
            <a:lvl4pPr algn="l">
              <a:defRPr sz="1425" b="0">
                <a:solidFill>
                  <a:srgbClr val="5A6F76"/>
                </a:solidFill>
                <a:latin typeface="Arial"/>
                <a:ea typeface="Arial"/>
                <a:cs typeface="Arial"/>
              </a:defRPr>
            </a:lvl4pPr>
            <a:lvl5pPr algn="l">
              <a:defRPr sz="1425" b="0">
                <a:solidFill>
                  <a:srgbClr val="5A6F76"/>
                </a:solidFill>
                <a:latin typeface="Arial"/>
                <a:ea typeface="Arial"/>
                <a:cs typeface="Arial"/>
              </a:defRPr>
            </a:lvl5pPr>
            <a:lvl6pPr algn="l">
              <a:defRPr sz="1425" b="0">
                <a:solidFill>
                  <a:srgbClr val="5A6F76"/>
                </a:solidFill>
                <a:latin typeface="Arial"/>
                <a:ea typeface="Arial"/>
                <a:cs typeface="Arial"/>
              </a:defRPr>
            </a:lvl6pPr>
            <a:lvl7pPr algn="l">
              <a:defRPr sz="1425" b="0">
                <a:solidFill>
                  <a:srgbClr val="5A6F76"/>
                </a:solidFill>
                <a:latin typeface="Arial"/>
                <a:ea typeface="Arial"/>
                <a:cs typeface="Arial"/>
              </a:defRPr>
            </a:lvl7pPr>
            <a:lvl8pPr algn="l">
              <a:defRPr sz="1425" b="0">
                <a:solidFill>
                  <a:srgbClr val="5A6F76"/>
                </a:solidFill>
                <a:latin typeface="Arial"/>
                <a:ea typeface="Arial"/>
                <a:cs typeface="Arial"/>
              </a:defRPr>
            </a:lvl8pPr>
            <a:lvl9pPr algn="l">
              <a:defRPr sz="1425" b="0">
                <a:solidFill>
                  <a:srgbClr val="5A6F76"/>
                </a:solidFill>
                <a:latin typeface="Arial"/>
                <a:ea typeface="Arial"/>
                <a:cs typeface="Arial"/>
              </a:defRPr>
            </a:lvl9pPr>
          </a:lstStyle>
          <a:p xmlns:a="http://schemas.openxmlformats.org/drawingml/2006/main">
            <a:pPr algn="l">
              <a:defRPr sz="1425" b="0">
                <a:solidFill>
                  <a:srgbClr val="5A6F76"/>
                </a:solidFill>
                <a:latin typeface="Arial"/>
                <a:ea typeface="Arial"/>
                <a:cs typeface="Arial"/>
              </a:defRPr>
            </a:pPr>
            <a:r>
              <a:rPr sz="1425" b="0">
                <a:solidFill>
                  <a:srgbClr val="5A6F76"/>
                </a:solidFill>
                <a:latin typeface="Arial"/>
                <a:ea typeface="Arial"/>
                <a:cs typeface="Arial"/>
              </a:rPr>
              <a:t>Requirements  ·  Design and demo  ·  Evidence and reflection</a:t>
            </a:r>
          </a:p>
        </p:txBody>
      </p:sp>
    </p:spTree>
    <p:extLst>
      <p:ext uri="{BB962C8B-B14F-4D97-AF65-F5344CB8AC3E}">
        <p14:creationId xmlns:p14="http://schemas.microsoft.com/office/powerpoint/2010/main" val="1239114814"/>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D3D49B0D-FAE2-4A65-850F-8F7F54A2D795}"/>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8D8A14C2-CD4A-4E7B-84E6-01B2BB88325B}"/>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Equipment desk workflow</a:t>
            </a:r>
          </a:p>
        </p:txBody>
      </p:sp>
      <p:sp>
        <p:nvSpPr>
          <p:cNvPr id="3" name="speaker-time">
            <a:extLst xmlns:a="http://schemas.openxmlformats.org/drawingml/2006/main">
              <a:ext uri="{FF2B5EF4-FFF2-40B4-BE49-F238E27FC236}">
                <a16:creationId xmlns:a16="http://schemas.microsoft.com/office/drawing/2014/main" id="{8676EAC5-2D8F-4923-AF72-A4F33686652C}"/>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Xuerui Huang  |  00:30–01:30</a:t>
            </a:r>
          </a:p>
        </p:txBody>
      </p:sp>
      <p:sp>
        <p:nvSpPr>
          <p:cNvPr id="4" name="page">
            <a:extLst xmlns:a="http://schemas.openxmlformats.org/drawingml/2006/main">
              <a:ext uri="{FF2B5EF4-FFF2-40B4-BE49-F238E27FC236}">
                <a16:creationId xmlns:a16="http://schemas.microsoft.com/office/drawing/2014/main" id="{3B907EE3-AE1F-46F4-BE1A-8103B6C82176}"/>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02 / 12</a:t>
            </a:r>
          </a:p>
        </p:txBody>
      </p:sp>
      <p:sp>
        <p:nvSpPr>
          <p:cNvPr id="5" name="text">
            <a:extLst xmlns:a="http://schemas.openxmlformats.org/drawingml/2006/main">
              <a:ext uri="{FF2B5EF4-FFF2-40B4-BE49-F238E27FC236}">
                <a16:creationId xmlns:a16="http://schemas.microsoft.com/office/drawing/2014/main" id="{D19755EE-ADFF-4CC5-BB93-F5B24EB0CC0B}"/>
              </a:ext>
            </a:extLst>
          </p:cNvPr>
          <p:cNvSpPr>
            <a:spLocks xmlns:a="http://schemas.openxmlformats.org/drawingml/2006/main" noGrp="1"/>
          </p:cNvSpPr>
          <p:nvPr/>
        </p:nvSpPr>
        <p:spPr>
          <a:xfrm xmlns:a="http://schemas.openxmlformats.org/drawingml/2006/main">
            <a:off x="609600" y="18097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Check availability</a:t>
            </a:r>
          </a:p>
        </p:txBody>
      </p:sp>
      <p:sp>
        <p:nvSpPr>
          <p:cNvPr id="6" name="text">
            <a:extLst xmlns:a="http://schemas.openxmlformats.org/drawingml/2006/main">
              <a:ext uri="{FF2B5EF4-FFF2-40B4-BE49-F238E27FC236}">
                <a16:creationId xmlns:a16="http://schemas.microsoft.com/office/drawing/2014/main" id="{52EB5A3B-E54D-4625-BCFC-5A4A2F169BBF}"/>
              </a:ext>
            </a:extLst>
          </p:cNvPr>
          <p:cNvSpPr>
            <a:spLocks xmlns:a="http://schemas.openxmlformats.org/drawingml/2006/main" noGrp="1"/>
          </p:cNvSpPr>
          <p:nvPr/>
        </p:nvSpPr>
        <p:spPr>
          <a:xfrm xmlns:a="http://schemas.openxmlformats.org/drawingml/2006/main">
            <a:off x="609600" y="230505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B4B"/>
                </a:solidFill>
                <a:latin typeface="Arial"/>
                <a:ea typeface="Arial"/>
                <a:cs typeface="Arial"/>
              </a:defRPr>
            </a:defPPr>
            <a:lvl1pPr algn="l">
              <a:defRPr sz="1950" b="0">
                <a:solidFill>
                  <a:srgbClr val="173B4B"/>
                </a:solidFill>
                <a:latin typeface="Arial"/>
                <a:ea typeface="Arial"/>
                <a:cs typeface="Arial"/>
              </a:defRPr>
            </a:lvl1pPr>
            <a:lvl2pPr algn="l">
              <a:defRPr sz="1950" b="0">
                <a:solidFill>
                  <a:srgbClr val="173B4B"/>
                </a:solidFill>
                <a:latin typeface="Arial"/>
                <a:ea typeface="Arial"/>
                <a:cs typeface="Arial"/>
              </a:defRPr>
            </a:lvl2pPr>
            <a:lvl3pPr algn="l">
              <a:defRPr sz="1950" b="0">
                <a:solidFill>
                  <a:srgbClr val="173B4B"/>
                </a:solidFill>
                <a:latin typeface="Arial"/>
                <a:ea typeface="Arial"/>
                <a:cs typeface="Arial"/>
              </a:defRPr>
            </a:lvl3pPr>
            <a:lvl4pPr algn="l">
              <a:defRPr sz="1950" b="0">
                <a:solidFill>
                  <a:srgbClr val="173B4B"/>
                </a:solidFill>
                <a:latin typeface="Arial"/>
                <a:ea typeface="Arial"/>
                <a:cs typeface="Arial"/>
              </a:defRPr>
            </a:lvl4pPr>
            <a:lvl5pPr algn="l">
              <a:defRPr sz="1950" b="0">
                <a:solidFill>
                  <a:srgbClr val="173B4B"/>
                </a:solidFill>
                <a:latin typeface="Arial"/>
                <a:ea typeface="Arial"/>
                <a:cs typeface="Arial"/>
              </a:defRPr>
            </a:lvl5pPr>
            <a:lvl6pPr algn="l">
              <a:defRPr sz="1950" b="0">
                <a:solidFill>
                  <a:srgbClr val="173B4B"/>
                </a:solidFill>
                <a:latin typeface="Arial"/>
                <a:ea typeface="Arial"/>
                <a:cs typeface="Arial"/>
              </a:defRPr>
            </a:lvl6pPr>
            <a:lvl7pPr algn="l">
              <a:defRPr sz="1950" b="0">
                <a:solidFill>
                  <a:srgbClr val="173B4B"/>
                </a:solidFill>
                <a:latin typeface="Arial"/>
                <a:ea typeface="Arial"/>
                <a:cs typeface="Arial"/>
              </a:defRPr>
            </a:lvl7pPr>
            <a:lvl8pPr algn="l">
              <a:defRPr sz="1950" b="0">
                <a:solidFill>
                  <a:srgbClr val="173B4B"/>
                </a:solidFill>
                <a:latin typeface="Arial"/>
                <a:ea typeface="Arial"/>
                <a:cs typeface="Arial"/>
              </a:defRPr>
            </a:lvl8pPr>
            <a:lvl9pPr algn="l">
              <a:defRPr sz="1950" b="0">
                <a:solidFill>
                  <a:srgbClr val="173B4B"/>
                </a:solidFill>
                <a:latin typeface="Arial"/>
                <a:ea typeface="Arial"/>
                <a:cs typeface="Arial"/>
              </a:defRPr>
            </a:lvl9pPr>
          </a:lstStyle>
          <a:p xmlns:a="http://schemas.openxmlformats.org/drawingml/2006/main">
            <a:pPr algn="l">
              <a:defRPr sz="1950" b="0">
                <a:solidFill>
                  <a:srgbClr val="173B4B"/>
                </a:solidFill>
                <a:latin typeface="Arial"/>
                <a:ea typeface="Arial"/>
                <a:cs typeface="Arial"/>
              </a:defRPr>
            </a:pPr>
            <a:r>
              <a:rPr sz="1950" b="0">
                <a:solidFill>
                  <a:srgbClr val="173B4B"/>
                </a:solidFill>
                <a:latin typeface="Arial"/>
                <a:ea typeface="Arial"/>
                <a:cs typeface="Arial"/>
              </a:rPr>
              <a:t>Find an available device by its ID and name.</a:t>
            </a:r>
          </a:p>
        </p:txBody>
      </p:sp>
      <p:sp>
        <p:nvSpPr>
          <p:cNvPr id="7" name="text">
            <a:extLst xmlns:a="http://schemas.openxmlformats.org/drawingml/2006/main">
              <a:ext uri="{FF2B5EF4-FFF2-40B4-BE49-F238E27FC236}">
                <a16:creationId xmlns:a16="http://schemas.microsoft.com/office/drawing/2014/main" id="{3D17C4E6-462F-4F5C-97B1-219096E332B2}"/>
              </a:ext>
            </a:extLst>
          </p:cNvPr>
          <p:cNvSpPr>
            <a:spLocks xmlns:a="http://schemas.openxmlformats.org/drawingml/2006/main" noGrp="1"/>
          </p:cNvSpPr>
          <p:nvPr/>
        </p:nvSpPr>
        <p:spPr>
          <a:xfrm xmlns:a="http://schemas.openxmlformats.org/drawingml/2006/main">
            <a:off x="609600" y="32099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Record a loan</a:t>
            </a:r>
          </a:p>
        </p:txBody>
      </p:sp>
      <p:sp>
        <p:nvSpPr>
          <p:cNvPr id="8" name="text">
            <a:extLst xmlns:a="http://schemas.openxmlformats.org/drawingml/2006/main">
              <a:ext uri="{FF2B5EF4-FFF2-40B4-BE49-F238E27FC236}">
                <a16:creationId xmlns:a16="http://schemas.microsoft.com/office/drawing/2014/main" id="{F328C7FD-29BE-4FD0-A55B-DB9D7AC9207C}"/>
              </a:ext>
            </a:extLst>
          </p:cNvPr>
          <p:cNvSpPr>
            <a:spLocks xmlns:a="http://schemas.openxmlformats.org/drawingml/2006/main" noGrp="1"/>
          </p:cNvSpPr>
          <p:nvPr/>
        </p:nvSpPr>
        <p:spPr>
          <a:xfrm xmlns:a="http://schemas.openxmlformats.org/drawingml/2006/main">
            <a:off x="609600" y="3705225"/>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B4B"/>
                </a:solidFill>
                <a:latin typeface="Arial"/>
                <a:ea typeface="Arial"/>
                <a:cs typeface="Arial"/>
              </a:defRPr>
            </a:defPPr>
            <a:lvl1pPr algn="l">
              <a:defRPr sz="1950" b="0">
                <a:solidFill>
                  <a:srgbClr val="173B4B"/>
                </a:solidFill>
                <a:latin typeface="Arial"/>
                <a:ea typeface="Arial"/>
                <a:cs typeface="Arial"/>
              </a:defRPr>
            </a:lvl1pPr>
            <a:lvl2pPr algn="l">
              <a:defRPr sz="1950" b="0">
                <a:solidFill>
                  <a:srgbClr val="173B4B"/>
                </a:solidFill>
                <a:latin typeface="Arial"/>
                <a:ea typeface="Arial"/>
                <a:cs typeface="Arial"/>
              </a:defRPr>
            </a:lvl2pPr>
            <a:lvl3pPr algn="l">
              <a:defRPr sz="1950" b="0">
                <a:solidFill>
                  <a:srgbClr val="173B4B"/>
                </a:solidFill>
                <a:latin typeface="Arial"/>
                <a:ea typeface="Arial"/>
                <a:cs typeface="Arial"/>
              </a:defRPr>
            </a:lvl3pPr>
            <a:lvl4pPr algn="l">
              <a:defRPr sz="1950" b="0">
                <a:solidFill>
                  <a:srgbClr val="173B4B"/>
                </a:solidFill>
                <a:latin typeface="Arial"/>
                <a:ea typeface="Arial"/>
                <a:cs typeface="Arial"/>
              </a:defRPr>
            </a:lvl4pPr>
            <a:lvl5pPr algn="l">
              <a:defRPr sz="1950" b="0">
                <a:solidFill>
                  <a:srgbClr val="173B4B"/>
                </a:solidFill>
                <a:latin typeface="Arial"/>
                <a:ea typeface="Arial"/>
                <a:cs typeface="Arial"/>
              </a:defRPr>
            </a:lvl5pPr>
            <a:lvl6pPr algn="l">
              <a:defRPr sz="1950" b="0">
                <a:solidFill>
                  <a:srgbClr val="173B4B"/>
                </a:solidFill>
                <a:latin typeface="Arial"/>
                <a:ea typeface="Arial"/>
                <a:cs typeface="Arial"/>
              </a:defRPr>
            </a:lvl6pPr>
            <a:lvl7pPr algn="l">
              <a:defRPr sz="1950" b="0">
                <a:solidFill>
                  <a:srgbClr val="173B4B"/>
                </a:solidFill>
                <a:latin typeface="Arial"/>
                <a:ea typeface="Arial"/>
                <a:cs typeface="Arial"/>
              </a:defRPr>
            </a:lvl7pPr>
            <a:lvl8pPr algn="l">
              <a:defRPr sz="1950" b="0">
                <a:solidFill>
                  <a:srgbClr val="173B4B"/>
                </a:solidFill>
                <a:latin typeface="Arial"/>
                <a:ea typeface="Arial"/>
                <a:cs typeface="Arial"/>
              </a:defRPr>
            </a:lvl8pPr>
            <a:lvl9pPr algn="l">
              <a:defRPr sz="1950" b="0">
                <a:solidFill>
                  <a:srgbClr val="173B4B"/>
                </a:solidFill>
                <a:latin typeface="Arial"/>
                <a:ea typeface="Arial"/>
                <a:cs typeface="Arial"/>
              </a:defRPr>
            </a:lvl9pPr>
          </a:lstStyle>
          <a:p xmlns:a="http://schemas.openxmlformats.org/drawingml/2006/main">
            <a:pPr algn="l">
              <a:defRPr sz="1950" b="0">
                <a:solidFill>
                  <a:srgbClr val="173B4B"/>
                </a:solidFill>
                <a:latin typeface="Arial"/>
                <a:ea typeface="Arial"/>
                <a:cs typeface="Arial"/>
              </a:defRPr>
            </a:pPr>
            <a:r>
              <a:rPr sz="1950" b="0">
                <a:solidFill>
                  <a:srgbClr val="173B4B"/>
                </a:solidFill>
                <a:latin typeface="Arial"/>
                <a:ea typeface="Arial"/>
                <a:cs typeface="Arial"/>
              </a:rPr>
              <a:t>Enter a borrower name or alias and a phone.</a:t>
            </a:r>
          </a:p>
        </p:txBody>
      </p:sp>
      <p:sp>
        <p:nvSpPr>
          <p:cNvPr id="9" name="text">
            <a:extLst xmlns:a="http://schemas.openxmlformats.org/drawingml/2006/main">
              <a:ext uri="{FF2B5EF4-FFF2-40B4-BE49-F238E27FC236}">
                <a16:creationId xmlns:a16="http://schemas.microsoft.com/office/drawing/2014/main" id="{1B1E3737-28D2-4580-BCC3-D3752A41536C}"/>
              </a:ext>
            </a:extLst>
          </p:cNvPr>
          <p:cNvSpPr>
            <a:spLocks xmlns:a="http://schemas.openxmlformats.org/drawingml/2006/main" noGrp="1"/>
          </p:cNvSpPr>
          <p:nvPr/>
        </p:nvSpPr>
        <p:spPr>
          <a:xfrm xmlns:a="http://schemas.openxmlformats.org/drawingml/2006/main">
            <a:off x="609600" y="46101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Register a return</a:t>
            </a:r>
          </a:p>
        </p:txBody>
      </p:sp>
      <p:sp>
        <p:nvSpPr>
          <p:cNvPr id="10" name="text">
            <a:extLst xmlns:a="http://schemas.openxmlformats.org/drawingml/2006/main">
              <a:ext uri="{FF2B5EF4-FFF2-40B4-BE49-F238E27FC236}">
                <a16:creationId xmlns:a16="http://schemas.microsoft.com/office/drawing/2014/main" id="{1570386D-4D98-4D2B-8DDC-D479063018D0}"/>
              </a:ext>
            </a:extLst>
          </p:cNvPr>
          <p:cNvSpPr>
            <a:spLocks xmlns:a="http://schemas.openxmlformats.org/drawingml/2006/main" noGrp="1"/>
          </p:cNvSpPr>
          <p:nvPr/>
        </p:nvSpPr>
        <p:spPr>
          <a:xfrm xmlns:a="http://schemas.openxmlformats.org/drawingml/2006/main">
            <a:off x="609600" y="5105400"/>
            <a:ext cx="4762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B4B"/>
                </a:solidFill>
                <a:latin typeface="Arial"/>
                <a:ea typeface="Arial"/>
                <a:cs typeface="Arial"/>
              </a:defRPr>
            </a:defPPr>
            <a:lvl1pPr algn="l">
              <a:defRPr sz="1950" b="0">
                <a:solidFill>
                  <a:srgbClr val="173B4B"/>
                </a:solidFill>
                <a:latin typeface="Arial"/>
                <a:ea typeface="Arial"/>
                <a:cs typeface="Arial"/>
              </a:defRPr>
            </a:lvl1pPr>
            <a:lvl2pPr algn="l">
              <a:defRPr sz="1950" b="0">
                <a:solidFill>
                  <a:srgbClr val="173B4B"/>
                </a:solidFill>
                <a:latin typeface="Arial"/>
                <a:ea typeface="Arial"/>
                <a:cs typeface="Arial"/>
              </a:defRPr>
            </a:lvl2pPr>
            <a:lvl3pPr algn="l">
              <a:defRPr sz="1950" b="0">
                <a:solidFill>
                  <a:srgbClr val="173B4B"/>
                </a:solidFill>
                <a:latin typeface="Arial"/>
                <a:ea typeface="Arial"/>
                <a:cs typeface="Arial"/>
              </a:defRPr>
            </a:lvl3pPr>
            <a:lvl4pPr algn="l">
              <a:defRPr sz="1950" b="0">
                <a:solidFill>
                  <a:srgbClr val="173B4B"/>
                </a:solidFill>
                <a:latin typeface="Arial"/>
                <a:ea typeface="Arial"/>
                <a:cs typeface="Arial"/>
              </a:defRPr>
            </a:lvl4pPr>
            <a:lvl5pPr algn="l">
              <a:defRPr sz="1950" b="0">
                <a:solidFill>
                  <a:srgbClr val="173B4B"/>
                </a:solidFill>
                <a:latin typeface="Arial"/>
                <a:ea typeface="Arial"/>
                <a:cs typeface="Arial"/>
              </a:defRPr>
            </a:lvl5pPr>
            <a:lvl6pPr algn="l">
              <a:defRPr sz="1950" b="0">
                <a:solidFill>
                  <a:srgbClr val="173B4B"/>
                </a:solidFill>
                <a:latin typeface="Arial"/>
                <a:ea typeface="Arial"/>
                <a:cs typeface="Arial"/>
              </a:defRPr>
            </a:lvl6pPr>
            <a:lvl7pPr algn="l">
              <a:defRPr sz="1950" b="0">
                <a:solidFill>
                  <a:srgbClr val="173B4B"/>
                </a:solidFill>
                <a:latin typeface="Arial"/>
                <a:ea typeface="Arial"/>
                <a:cs typeface="Arial"/>
              </a:defRPr>
            </a:lvl7pPr>
            <a:lvl8pPr algn="l">
              <a:defRPr sz="1950" b="0">
                <a:solidFill>
                  <a:srgbClr val="173B4B"/>
                </a:solidFill>
                <a:latin typeface="Arial"/>
                <a:ea typeface="Arial"/>
                <a:cs typeface="Arial"/>
              </a:defRPr>
            </a:lvl8pPr>
            <a:lvl9pPr algn="l">
              <a:defRPr sz="1950" b="0">
                <a:solidFill>
                  <a:srgbClr val="173B4B"/>
                </a:solidFill>
                <a:latin typeface="Arial"/>
                <a:ea typeface="Arial"/>
                <a:cs typeface="Arial"/>
              </a:defRPr>
            </a:lvl9pPr>
          </a:lstStyle>
          <a:p xmlns:a="http://schemas.openxmlformats.org/drawingml/2006/main">
            <a:pPr algn="l">
              <a:defRPr sz="1950" b="0">
                <a:solidFill>
                  <a:srgbClr val="173B4B"/>
                </a:solidFill>
                <a:latin typeface="Arial"/>
                <a:ea typeface="Arial"/>
                <a:cs typeface="Arial"/>
              </a:defRPr>
            </a:pPr>
            <a:r>
              <a:rPr sz="1950" b="0">
                <a:solidFill>
                  <a:srgbClr val="173B4B"/>
                </a:solidFill>
                <a:latin typeface="Arial"/>
                <a:ea typeface="Arial"/>
                <a:cs typeface="Arial"/>
              </a:rPr>
              <a:t>Keep the completed loan in the history.</a:t>
            </a:r>
          </a:p>
        </p:txBody>
      </p:sp>
      <p:graphicFrame>
        <p:nvGraphicFramePr>
          <p:cNvPr id="11" name="">
            <a:extLst xmlns:a="http://schemas.openxmlformats.org/drawingml/2006/main">
              <a:ext uri="{FF2B5EF4-FFF2-40B4-BE49-F238E27FC236}">
                <a16:creationId xmlns:a16="http://schemas.microsoft.com/office/drawing/2014/main" id="{E6130BBA-1E73-49D1-A683-011E78B4A7F8}"/>
              </a:ext>
            </a:extLst>
          </p:cNvPr>
          <p:cNvGraphicFramePr/>
          <p:nvPr/>
        </p:nvGraphicFramePr>
        <p:xfrm>
          <a:off xmlns:a="http://schemas.openxmlformats.org/drawingml/2006/main" x="6286500" y="1743075"/>
          <a:ext xmlns:a="http://schemas.openxmlformats.org/drawingml/2006/main" cx="5295900" cy="3619500"/>
        </p:xfrm>
        <a:graphic xmlns:a="http://schemas.openxmlformats.org/drawingml/2006/main">
          <a:graphicData uri="http://schemas.openxmlformats.org/drawingml/2006/table">
            <a:tbl>
              <a:tblPr/>
              <a:tblGrid>
                <a:gridCol w="952500"/>
                <a:gridCol w="4343400"/>
              </a:tblGrid>
              <a:tr h="603250">
                <a:tc>
                  <a:txBody>
                    <a:bodyPr lIns="0" tIns="0" rIns="0" bIns="0">
                      <a:noAutofit/>
                    </a:bodyPr>
                    <a:lstStyle/>
                    <a:p>
                      <a:r>
                        <a:rPr sz="1950" b="1">
                          <a:solidFill>
                            <a:srgbClr val="FFFFFF"/>
                          </a:solidFill>
                          <a:latin typeface="Arial"/>
                          <a:ea typeface="Arial"/>
                          <a:cs typeface="Arial"/>
                        </a:rPr>
                        <a:t>ID</a:t>
                      </a:r>
                    </a:p>
                  </a:txBody>
                  <a:tcPr marL="133350" marR="114300" marT="95250" marB="76200" anchor="ctr">
                    <a:lnL w="6668">
                      <a:solidFill>
                        <a:srgbClr val="D5E0DA"/>
                      </a:solidFill>
                      <a:prstDash val="solid"/>
                    </a:lnL>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950" b="1">
                          <a:solidFill>
                            <a:srgbClr val="FFFFFF"/>
                          </a:solidFill>
                          <a:latin typeface="Arial"/>
                          <a:ea typeface="Arial"/>
                          <a:cs typeface="Arial"/>
                        </a:rPr>
                        <a:t>Equipment</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r>
              <a:tr h="603250">
                <a:tc>
                  <a:txBody>
                    <a:bodyPr lIns="0" tIns="0" rIns="0" bIns="0">
                      <a:noAutofit/>
                    </a:bodyPr>
                    <a:lstStyle/>
                    <a:p>
                      <a:r>
                        <a:rPr sz="1950" b="0">
                          <a:solidFill>
                            <a:srgbClr val="173B4B"/>
                          </a:solidFill>
                          <a:latin typeface="Arial"/>
                          <a:ea typeface="Arial"/>
                          <a:cs typeface="Arial"/>
                        </a:rPr>
                        <a:t>1</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950" b="0">
                          <a:solidFill>
                            <a:srgbClr val="173B4B"/>
                          </a:solidFill>
                          <a:latin typeface="Arial"/>
                          <a:ea typeface="Arial"/>
                          <a:cs typeface="Arial"/>
                        </a:rPr>
                        <a:t>Laptop</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603250">
                <a:tc>
                  <a:txBody>
                    <a:bodyPr lIns="0" tIns="0" rIns="0" bIns="0">
                      <a:noAutofit/>
                    </a:bodyPr>
                    <a:lstStyle/>
                    <a:p>
                      <a:r>
                        <a:rPr sz="1950" b="0">
                          <a:solidFill>
                            <a:srgbClr val="173B4B"/>
                          </a:solidFill>
                          <a:latin typeface="Arial"/>
                          <a:ea typeface="Arial"/>
                          <a:cs typeface="Arial"/>
                        </a:rPr>
                        <a:t>2</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950" b="0">
                          <a:solidFill>
                            <a:srgbClr val="173B4B"/>
                          </a:solidFill>
                          <a:latin typeface="Arial"/>
                          <a:ea typeface="Arial"/>
                          <a:cs typeface="Arial"/>
                        </a:rPr>
                        <a:t>Camera</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r h="603250">
                <a:tc>
                  <a:txBody>
                    <a:bodyPr lIns="0" tIns="0" rIns="0" bIns="0">
                      <a:noAutofit/>
                    </a:bodyPr>
                    <a:lstStyle/>
                    <a:p>
                      <a:r>
                        <a:rPr sz="1950" b="0">
                          <a:solidFill>
                            <a:srgbClr val="173B4B"/>
                          </a:solidFill>
                          <a:latin typeface="Arial"/>
                          <a:ea typeface="Arial"/>
                          <a:cs typeface="Arial"/>
                        </a:rPr>
                        <a:t>3</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950" b="0">
                          <a:solidFill>
                            <a:srgbClr val="173B4B"/>
                          </a:solidFill>
                          <a:latin typeface="Arial"/>
                          <a:ea typeface="Arial"/>
                          <a:cs typeface="Arial"/>
                        </a:rPr>
                        <a:t>Projector</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603250">
                <a:tc>
                  <a:txBody>
                    <a:bodyPr lIns="0" tIns="0" rIns="0" bIns="0">
                      <a:noAutofit/>
                    </a:bodyPr>
                    <a:lstStyle/>
                    <a:p>
                      <a:r>
                        <a:rPr sz="1950" b="0">
                          <a:solidFill>
                            <a:srgbClr val="173B4B"/>
                          </a:solidFill>
                          <a:latin typeface="Arial"/>
                          <a:ea typeface="Arial"/>
                          <a:cs typeface="Arial"/>
                        </a:rPr>
                        <a:t>4</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950" b="0">
                          <a:solidFill>
                            <a:srgbClr val="173B4B"/>
                          </a:solidFill>
                          <a:latin typeface="Arial"/>
                          <a:ea typeface="Arial"/>
                          <a:cs typeface="Arial"/>
                        </a:rPr>
                        <a:t>Tablet</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r h="603250">
                <a:tc>
                  <a:txBody>
                    <a:bodyPr lIns="0" tIns="0" rIns="0" bIns="0">
                      <a:noAutofit/>
                    </a:bodyPr>
                    <a:lstStyle/>
                    <a:p>
                      <a:r>
                        <a:rPr sz="1950" b="0">
                          <a:solidFill>
                            <a:srgbClr val="173B4B"/>
                          </a:solidFill>
                          <a:latin typeface="Arial"/>
                          <a:ea typeface="Arial"/>
                          <a:cs typeface="Arial"/>
                        </a:rPr>
                        <a:t>5</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950" b="0">
                          <a:solidFill>
                            <a:srgbClr val="173B4B"/>
                          </a:solidFill>
                          <a:latin typeface="Arial"/>
                          <a:ea typeface="Arial"/>
                          <a:cs typeface="Arial"/>
                        </a:rPr>
                        <a:t>Microphone</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bl>
          </a:graphicData>
        </a:graphic>
      </p:graphicFrame>
      <p:sp>
        <p:nvSpPr>
          <p:cNvPr id="12" name="text">
            <a:extLst xmlns:a="http://schemas.openxmlformats.org/drawingml/2006/main">
              <a:ext uri="{FF2B5EF4-FFF2-40B4-BE49-F238E27FC236}">
                <a16:creationId xmlns:a16="http://schemas.microsoft.com/office/drawing/2014/main" id="{A4084FB5-8C33-4D57-A8BE-71A3C702EB53}"/>
              </a:ext>
            </a:extLst>
          </p:cNvPr>
          <p:cNvSpPr>
            <a:spLocks xmlns:a="http://schemas.openxmlformats.org/drawingml/2006/main" noGrp="1"/>
          </p:cNvSpPr>
          <p:nvPr/>
        </p:nvSpPr>
        <p:spPr>
          <a:xfrm xmlns:a="http://schemas.openxmlformats.org/drawingml/2006/main">
            <a:off x="6286500" y="5600700"/>
            <a:ext cx="5295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A6F76"/>
                </a:solidFill>
                <a:latin typeface="Arial"/>
                <a:ea typeface="Arial"/>
                <a:cs typeface="Arial"/>
              </a:defRPr>
            </a:defPPr>
            <a:lvl1pPr algn="l">
              <a:defRPr sz="1800" b="0">
                <a:solidFill>
                  <a:srgbClr val="5A6F76"/>
                </a:solidFill>
                <a:latin typeface="Arial"/>
                <a:ea typeface="Arial"/>
                <a:cs typeface="Arial"/>
              </a:defRPr>
            </a:lvl1pPr>
            <a:lvl2pPr algn="l">
              <a:defRPr sz="1800" b="0">
                <a:solidFill>
                  <a:srgbClr val="5A6F76"/>
                </a:solidFill>
                <a:latin typeface="Arial"/>
                <a:ea typeface="Arial"/>
                <a:cs typeface="Arial"/>
              </a:defRPr>
            </a:lvl2pPr>
            <a:lvl3pPr algn="l">
              <a:defRPr sz="1800" b="0">
                <a:solidFill>
                  <a:srgbClr val="5A6F76"/>
                </a:solidFill>
                <a:latin typeface="Arial"/>
                <a:ea typeface="Arial"/>
                <a:cs typeface="Arial"/>
              </a:defRPr>
            </a:lvl3pPr>
            <a:lvl4pPr algn="l">
              <a:defRPr sz="1800" b="0">
                <a:solidFill>
                  <a:srgbClr val="5A6F76"/>
                </a:solidFill>
                <a:latin typeface="Arial"/>
                <a:ea typeface="Arial"/>
                <a:cs typeface="Arial"/>
              </a:defRPr>
            </a:lvl4pPr>
            <a:lvl5pPr algn="l">
              <a:defRPr sz="1800" b="0">
                <a:solidFill>
                  <a:srgbClr val="5A6F76"/>
                </a:solidFill>
                <a:latin typeface="Arial"/>
                <a:ea typeface="Arial"/>
                <a:cs typeface="Arial"/>
              </a:defRPr>
            </a:lvl5pPr>
            <a:lvl6pPr algn="l">
              <a:defRPr sz="1800" b="0">
                <a:solidFill>
                  <a:srgbClr val="5A6F76"/>
                </a:solidFill>
                <a:latin typeface="Arial"/>
                <a:ea typeface="Arial"/>
                <a:cs typeface="Arial"/>
              </a:defRPr>
            </a:lvl6pPr>
            <a:lvl7pPr algn="l">
              <a:defRPr sz="1800" b="0">
                <a:solidFill>
                  <a:srgbClr val="5A6F76"/>
                </a:solidFill>
                <a:latin typeface="Arial"/>
                <a:ea typeface="Arial"/>
                <a:cs typeface="Arial"/>
              </a:defRPr>
            </a:lvl7pPr>
            <a:lvl8pPr algn="l">
              <a:defRPr sz="1800" b="0">
                <a:solidFill>
                  <a:srgbClr val="5A6F76"/>
                </a:solidFill>
                <a:latin typeface="Arial"/>
                <a:ea typeface="Arial"/>
                <a:cs typeface="Arial"/>
              </a:defRPr>
            </a:lvl8pPr>
            <a:lvl9pPr algn="l">
              <a:defRPr sz="1800" b="0">
                <a:solidFill>
                  <a:srgbClr val="5A6F76"/>
                </a:solidFill>
                <a:latin typeface="Arial"/>
                <a:ea typeface="Arial"/>
                <a:cs typeface="Arial"/>
              </a:defRPr>
            </a:lvl9pPr>
          </a:lstStyle>
          <a:p xmlns:a="http://schemas.openxmlformats.org/drawingml/2006/main">
            <a:pPr algn="l">
              <a:defRPr sz="1800" b="0">
                <a:solidFill>
                  <a:srgbClr val="5A6F76"/>
                </a:solidFill>
                <a:latin typeface="Arial"/>
                <a:ea typeface="Arial"/>
                <a:cs typeface="Arial"/>
              </a:defRPr>
            </a:pPr>
            <a:r>
              <a:rPr sz="1800" b="0">
                <a:solidFill>
                  <a:srgbClr val="5A6F76"/>
                </a:solidFill>
                <a:latin typeface="Arial"/>
                <a:ea typeface="Arial"/>
                <a:cs typeface="Arial"/>
              </a:rPr>
              <a:t>Python + Tkinter + SQLite</a:t>
            </a:r>
          </a:p>
          <a:p xmlns:a="http://schemas.openxmlformats.org/drawingml/2006/main">
            <a:pPr algn="l">
              <a:defRPr sz="1800" b="0">
                <a:solidFill>
                  <a:srgbClr val="5A6F76"/>
                </a:solidFill>
                <a:latin typeface="Arial"/>
                <a:ea typeface="Arial"/>
                <a:cs typeface="Arial"/>
              </a:defRPr>
            </a:pPr>
            <a:r>
              <a:rPr sz="1800" b="0">
                <a:solidFill>
                  <a:srgbClr val="5A6F76"/>
                </a:solidFill>
                <a:latin typeface="Arial"/>
                <a:ea typeface="Arial"/>
                <a:cs typeface="Arial"/>
              </a:rPr>
              <a:t>One local database per workstation</a:t>
            </a:r>
          </a:p>
        </p:txBody>
      </p:sp>
    </p:spTree>
    <p:extLst>
      <p:ext uri="{BB962C8B-B14F-4D97-AF65-F5344CB8AC3E}">
        <p14:creationId xmlns:p14="http://schemas.microsoft.com/office/powerpoint/2010/main" val="674127808"/>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3362DDDC-F7D0-4AE2-9392-3831E12CFF47}"/>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6BAD7E8F-CB5F-471A-B7AA-05CDD83C95CD}"/>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Requirements and priorities</a:t>
            </a:r>
          </a:p>
        </p:txBody>
      </p:sp>
      <p:sp>
        <p:nvSpPr>
          <p:cNvPr id="3" name="speaker-time">
            <a:extLst xmlns:a="http://schemas.openxmlformats.org/drawingml/2006/main">
              <a:ext uri="{FF2B5EF4-FFF2-40B4-BE49-F238E27FC236}">
                <a16:creationId xmlns:a16="http://schemas.microsoft.com/office/drawing/2014/main" id="{EAE9E0ED-7CFF-4DAB-AF5A-1873D0A4F551}"/>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Xuerui Huang  |  01:30–03:00</a:t>
            </a:r>
          </a:p>
        </p:txBody>
      </p:sp>
      <p:sp>
        <p:nvSpPr>
          <p:cNvPr id="4" name="page">
            <a:extLst xmlns:a="http://schemas.openxmlformats.org/drawingml/2006/main">
              <a:ext uri="{FF2B5EF4-FFF2-40B4-BE49-F238E27FC236}">
                <a16:creationId xmlns:a16="http://schemas.microsoft.com/office/drawing/2014/main" id="{761E5ED2-3F65-4560-9A76-9F6B98578DBF}"/>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03 / 12</a:t>
            </a:r>
          </a:p>
        </p:txBody>
      </p:sp>
      <p:graphicFrame>
        <p:nvGraphicFramePr>
          <p:cNvPr id="5" name="">
            <a:extLst xmlns:a="http://schemas.openxmlformats.org/drawingml/2006/main">
              <a:ext uri="{FF2B5EF4-FFF2-40B4-BE49-F238E27FC236}">
                <a16:creationId xmlns:a16="http://schemas.microsoft.com/office/drawing/2014/main" id="{AA504F75-4BA9-4B46-A33F-D5CB6DB2E60E}"/>
              </a:ext>
            </a:extLst>
          </p:cNvPr>
          <p:cNvGraphicFramePr/>
          <p:nvPr/>
        </p:nvGraphicFramePr>
        <p:xfrm>
          <a:off xmlns:a="http://schemas.openxmlformats.org/drawingml/2006/main" x="609600" y="1743075"/>
          <a:ext xmlns:a="http://schemas.openxmlformats.org/drawingml/2006/main" cx="10972800" cy="3524250"/>
        </p:xfrm>
        <a:graphic xmlns:a="http://schemas.openxmlformats.org/drawingml/2006/main">
          <a:graphicData uri="http://schemas.openxmlformats.org/drawingml/2006/table">
            <a:tbl>
              <a:tblPr/>
              <a:tblGrid>
                <a:gridCol w="1143000"/>
                <a:gridCol w="8020050"/>
                <a:gridCol w="1809750"/>
              </a:tblGrid>
              <a:tr h="503464">
                <a:tc>
                  <a:txBody>
                    <a:bodyPr lIns="0" tIns="0" rIns="0" bIns="0">
                      <a:noAutofit/>
                    </a:bodyPr>
                    <a:lstStyle/>
                    <a:p>
                      <a:r>
                        <a:rPr sz="1875" b="1">
                          <a:solidFill>
                            <a:srgbClr val="FFFFFF"/>
                          </a:solidFill>
                          <a:latin typeface="Arial"/>
                          <a:ea typeface="Arial"/>
                          <a:cs typeface="Arial"/>
                        </a:rPr>
                        <a:t>Story</a:t>
                      </a:r>
                    </a:p>
                  </a:txBody>
                  <a:tcPr marL="133350" marR="114300" marT="95250" marB="76200" anchor="ctr">
                    <a:lnL w="6668">
                      <a:solidFill>
                        <a:srgbClr val="D5E0DA"/>
                      </a:solidFill>
                      <a:prstDash val="solid"/>
                    </a:lnL>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875" b="1">
                          <a:solidFill>
                            <a:srgbClr val="FFFFFF"/>
                          </a:solidFill>
                          <a:latin typeface="Arial"/>
                          <a:ea typeface="Arial"/>
                          <a:cs typeface="Arial"/>
                        </a:rPr>
                        <a:t>Observable requirement</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875" b="1">
                          <a:solidFill>
                            <a:srgbClr val="FFFFFF"/>
                          </a:solidFill>
                          <a:latin typeface="Arial"/>
                          <a:ea typeface="Arial"/>
                          <a:cs typeface="Arial"/>
                        </a:rPr>
                        <a:t>Priority</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r>
              <a:tr h="503464">
                <a:tc>
                  <a:txBody>
                    <a:bodyPr lIns="0" tIns="0" rIns="0" bIns="0">
                      <a:noAutofit/>
                    </a:bodyPr>
                    <a:lstStyle/>
                    <a:p>
                      <a:r>
                        <a:rPr sz="1875" b="0">
                          <a:solidFill>
                            <a:srgbClr val="173B4B"/>
                          </a:solidFill>
                          <a:latin typeface="Arial"/>
                          <a:ea typeface="Arial"/>
                          <a:cs typeface="Arial"/>
                        </a:rPr>
                        <a:t>US01</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View equipment availability</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Must</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503464">
                <a:tc>
                  <a:txBody>
                    <a:bodyPr lIns="0" tIns="0" rIns="0" bIns="0">
                      <a:noAutofit/>
                    </a:bodyPr>
                    <a:lstStyle/>
                    <a:p>
                      <a:r>
                        <a:rPr sz="1875" b="0">
                          <a:solidFill>
                            <a:srgbClr val="173B4B"/>
                          </a:solidFill>
                          <a:latin typeface="Arial"/>
                          <a:ea typeface="Arial"/>
                          <a:cs typeface="Arial"/>
                        </a:rPr>
                        <a:t>US02</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Borrow with name and phone</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Must</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r h="503464">
                <a:tc>
                  <a:txBody>
                    <a:bodyPr lIns="0" tIns="0" rIns="0" bIns="0">
                      <a:noAutofit/>
                    </a:bodyPr>
                    <a:lstStyle/>
                    <a:p>
                      <a:r>
                        <a:rPr sz="1875" b="0">
                          <a:solidFill>
                            <a:srgbClr val="173B4B"/>
                          </a:solidFill>
                          <a:latin typeface="Arial"/>
                          <a:ea typeface="Arial"/>
                          <a:cs typeface="Arial"/>
                        </a:rPr>
                        <a:t>US03</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Return an active loan</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Must</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503464">
                <a:tc>
                  <a:txBody>
                    <a:bodyPr lIns="0" tIns="0" rIns="0" bIns="0">
                      <a:noAutofit/>
                    </a:bodyPr>
                    <a:lstStyle/>
                    <a:p>
                      <a:r>
                        <a:rPr sz="1875" b="0">
                          <a:solidFill>
                            <a:srgbClr val="173B4B"/>
                          </a:solidFill>
                          <a:latin typeface="Arial"/>
                          <a:ea typeface="Arial"/>
                          <a:cs typeface="Arial"/>
                        </a:rPr>
                        <a:t>US04</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Review loan history</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Should</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r h="503464">
                <a:tc>
                  <a:txBody>
                    <a:bodyPr lIns="0" tIns="0" rIns="0" bIns="0">
                      <a:noAutofit/>
                    </a:bodyPr>
                    <a:lstStyle/>
                    <a:p>
                      <a:r>
                        <a:rPr sz="1875" b="0">
                          <a:solidFill>
                            <a:srgbClr val="173B4B"/>
                          </a:solidFill>
                          <a:latin typeface="Arial"/>
                          <a:ea typeface="Arial"/>
                          <a:cs typeface="Arial"/>
                        </a:rPr>
                        <a:t>US05</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Preserve records after restart</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Must</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503464">
                <a:tc>
                  <a:txBody>
                    <a:bodyPr lIns="0" tIns="0" rIns="0" bIns="0">
                      <a:noAutofit/>
                    </a:bodyPr>
                    <a:lstStyle/>
                    <a:p>
                      <a:r>
                        <a:rPr sz="1875" b="0">
                          <a:solidFill>
                            <a:srgbClr val="173B4B"/>
                          </a:solidFill>
                          <a:latin typeface="Arial"/>
                          <a:ea typeface="Arial"/>
                          <a:cs typeface="Arial"/>
                        </a:rPr>
                        <a:t>US06</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Preserve Unicode names</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Must</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bl>
          </a:graphicData>
        </a:graphic>
      </p:graphicFrame>
      <p:sp>
        <p:nvSpPr>
          <p:cNvPr id="6" name="text">
            <a:extLst xmlns:a="http://schemas.openxmlformats.org/drawingml/2006/main">
              <a:ext uri="{FF2B5EF4-FFF2-40B4-BE49-F238E27FC236}">
                <a16:creationId xmlns:a16="http://schemas.microsoft.com/office/drawing/2014/main" id="{F43BCC67-5C7F-4664-A7FC-4FE42B1FE517}"/>
              </a:ext>
            </a:extLst>
          </p:cNvPr>
          <p:cNvSpPr>
            <a:spLocks xmlns:a="http://schemas.openxmlformats.org/drawingml/2006/main" noGrp="1"/>
          </p:cNvSpPr>
          <p:nvPr/>
        </p:nvSpPr>
        <p:spPr>
          <a:xfrm xmlns:a="http://schemas.openxmlformats.org/drawingml/2006/main">
            <a:off x="609600" y="55245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A6F6B"/>
                </a:solidFill>
                <a:latin typeface="Arial"/>
                <a:ea typeface="Arial"/>
                <a:cs typeface="Arial"/>
              </a:defRPr>
            </a:defPPr>
            <a:lvl1pPr algn="l">
              <a:defRPr sz="1950" b="1">
                <a:solidFill>
                  <a:srgbClr val="2A6F6B"/>
                </a:solidFill>
                <a:latin typeface="Arial"/>
                <a:ea typeface="Arial"/>
                <a:cs typeface="Arial"/>
              </a:defRPr>
            </a:lvl1pPr>
            <a:lvl2pPr algn="l">
              <a:defRPr sz="1950" b="1">
                <a:solidFill>
                  <a:srgbClr val="2A6F6B"/>
                </a:solidFill>
                <a:latin typeface="Arial"/>
                <a:ea typeface="Arial"/>
                <a:cs typeface="Arial"/>
              </a:defRPr>
            </a:lvl2pPr>
            <a:lvl3pPr algn="l">
              <a:defRPr sz="1950" b="1">
                <a:solidFill>
                  <a:srgbClr val="2A6F6B"/>
                </a:solidFill>
                <a:latin typeface="Arial"/>
                <a:ea typeface="Arial"/>
                <a:cs typeface="Arial"/>
              </a:defRPr>
            </a:lvl3pPr>
            <a:lvl4pPr algn="l">
              <a:defRPr sz="1950" b="1">
                <a:solidFill>
                  <a:srgbClr val="2A6F6B"/>
                </a:solidFill>
                <a:latin typeface="Arial"/>
                <a:ea typeface="Arial"/>
                <a:cs typeface="Arial"/>
              </a:defRPr>
            </a:lvl4pPr>
            <a:lvl5pPr algn="l">
              <a:defRPr sz="1950" b="1">
                <a:solidFill>
                  <a:srgbClr val="2A6F6B"/>
                </a:solidFill>
                <a:latin typeface="Arial"/>
                <a:ea typeface="Arial"/>
                <a:cs typeface="Arial"/>
              </a:defRPr>
            </a:lvl5pPr>
            <a:lvl6pPr algn="l">
              <a:defRPr sz="1950" b="1">
                <a:solidFill>
                  <a:srgbClr val="2A6F6B"/>
                </a:solidFill>
                <a:latin typeface="Arial"/>
                <a:ea typeface="Arial"/>
                <a:cs typeface="Arial"/>
              </a:defRPr>
            </a:lvl6pPr>
            <a:lvl7pPr algn="l">
              <a:defRPr sz="1950" b="1">
                <a:solidFill>
                  <a:srgbClr val="2A6F6B"/>
                </a:solidFill>
                <a:latin typeface="Arial"/>
                <a:ea typeface="Arial"/>
                <a:cs typeface="Arial"/>
              </a:defRPr>
            </a:lvl7pPr>
            <a:lvl8pPr algn="l">
              <a:defRPr sz="1950" b="1">
                <a:solidFill>
                  <a:srgbClr val="2A6F6B"/>
                </a:solidFill>
                <a:latin typeface="Arial"/>
                <a:ea typeface="Arial"/>
                <a:cs typeface="Arial"/>
              </a:defRPr>
            </a:lvl8pPr>
            <a:lvl9pPr algn="l">
              <a:defRPr sz="1950" b="1">
                <a:solidFill>
                  <a:srgbClr val="2A6F6B"/>
                </a:solidFill>
                <a:latin typeface="Arial"/>
                <a:ea typeface="Arial"/>
                <a:cs typeface="Arial"/>
              </a:defRPr>
            </a:lvl9pPr>
          </a:lstStyle>
          <a:p xmlns:a="http://schemas.openxmlformats.org/drawingml/2006/main">
            <a:pPr algn="l">
              <a:defRPr sz="1950" b="1">
                <a:solidFill>
                  <a:srgbClr val="2A6F6B"/>
                </a:solidFill>
                <a:latin typeface="Arial"/>
                <a:ea typeface="Arial"/>
                <a:cs typeface="Arial"/>
              </a:defRPr>
            </a:pPr>
            <a:r>
              <a:rPr sz="1950" b="1">
                <a:solidFill>
                  <a:srgbClr val="2A6F6B"/>
                </a:solidFill>
                <a:latin typeface="Arial"/>
                <a:ea typeface="Arial"/>
                <a:cs typeface="Arial"/>
              </a:rPr>
              <a:t>Phone format: 7–15 digits, up to 30 formatted characters.</a:t>
            </a:r>
          </a:p>
        </p:txBody>
      </p:sp>
      <p:sp>
        <p:nvSpPr>
          <p:cNvPr id="7" name="text">
            <a:extLst xmlns:a="http://schemas.openxmlformats.org/drawingml/2006/main">
              <a:ext uri="{FF2B5EF4-FFF2-40B4-BE49-F238E27FC236}">
                <a16:creationId xmlns:a16="http://schemas.microsoft.com/office/drawing/2014/main" id="{C942C7E0-B896-42D9-822A-25EC17ADA683}"/>
              </a:ext>
            </a:extLst>
          </p:cNvPr>
          <p:cNvSpPr>
            <a:spLocks xmlns:a="http://schemas.openxmlformats.org/drawingml/2006/main" noGrp="1"/>
          </p:cNvSpPr>
          <p:nvPr/>
        </p:nvSpPr>
        <p:spPr>
          <a:xfrm xmlns:a="http://schemas.openxmlformats.org/drawingml/2006/main">
            <a:off x="609600" y="59055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A6F76"/>
                </a:solidFill>
                <a:latin typeface="Arial"/>
                <a:ea typeface="Arial"/>
                <a:cs typeface="Arial"/>
              </a:defRPr>
            </a:defPPr>
            <a:lvl1pPr algn="l">
              <a:defRPr sz="1650" b="0">
                <a:solidFill>
                  <a:srgbClr val="5A6F76"/>
                </a:solidFill>
                <a:latin typeface="Arial"/>
                <a:ea typeface="Arial"/>
                <a:cs typeface="Arial"/>
              </a:defRPr>
            </a:lvl1pPr>
            <a:lvl2pPr algn="l">
              <a:defRPr sz="1650" b="0">
                <a:solidFill>
                  <a:srgbClr val="5A6F76"/>
                </a:solidFill>
                <a:latin typeface="Arial"/>
                <a:ea typeface="Arial"/>
                <a:cs typeface="Arial"/>
              </a:defRPr>
            </a:lvl2pPr>
            <a:lvl3pPr algn="l">
              <a:defRPr sz="1650" b="0">
                <a:solidFill>
                  <a:srgbClr val="5A6F76"/>
                </a:solidFill>
                <a:latin typeface="Arial"/>
                <a:ea typeface="Arial"/>
                <a:cs typeface="Arial"/>
              </a:defRPr>
            </a:lvl3pPr>
            <a:lvl4pPr algn="l">
              <a:defRPr sz="1650" b="0">
                <a:solidFill>
                  <a:srgbClr val="5A6F76"/>
                </a:solidFill>
                <a:latin typeface="Arial"/>
                <a:ea typeface="Arial"/>
                <a:cs typeface="Arial"/>
              </a:defRPr>
            </a:lvl4pPr>
            <a:lvl5pPr algn="l">
              <a:defRPr sz="1650" b="0">
                <a:solidFill>
                  <a:srgbClr val="5A6F76"/>
                </a:solidFill>
                <a:latin typeface="Arial"/>
                <a:ea typeface="Arial"/>
                <a:cs typeface="Arial"/>
              </a:defRPr>
            </a:lvl5pPr>
            <a:lvl6pPr algn="l">
              <a:defRPr sz="1650" b="0">
                <a:solidFill>
                  <a:srgbClr val="5A6F76"/>
                </a:solidFill>
                <a:latin typeface="Arial"/>
                <a:ea typeface="Arial"/>
                <a:cs typeface="Arial"/>
              </a:defRPr>
            </a:lvl6pPr>
            <a:lvl7pPr algn="l">
              <a:defRPr sz="1650" b="0">
                <a:solidFill>
                  <a:srgbClr val="5A6F76"/>
                </a:solidFill>
                <a:latin typeface="Arial"/>
                <a:ea typeface="Arial"/>
                <a:cs typeface="Arial"/>
              </a:defRPr>
            </a:lvl7pPr>
            <a:lvl8pPr algn="l">
              <a:defRPr sz="1650" b="0">
                <a:solidFill>
                  <a:srgbClr val="5A6F76"/>
                </a:solidFill>
                <a:latin typeface="Arial"/>
                <a:ea typeface="Arial"/>
                <a:cs typeface="Arial"/>
              </a:defRPr>
            </a:lvl8pPr>
            <a:lvl9pPr algn="l">
              <a:defRPr sz="1650" b="0">
                <a:solidFill>
                  <a:srgbClr val="5A6F76"/>
                </a:solidFill>
                <a:latin typeface="Arial"/>
                <a:ea typeface="Arial"/>
                <a:cs typeface="Arial"/>
              </a:defRPr>
            </a:lvl9pPr>
          </a:lstStyle>
          <a:p xmlns:a="http://schemas.openxmlformats.org/drawingml/2006/main">
            <a:pPr algn="l">
              <a:defRPr sz="1650" b="0">
                <a:solidFill>
                  <a:srgbClr val="5A6F76"/>
                </a:solidFill>
                <a:latin typeface="Arial"/>
                <a:ea typeface="Arial"/>
                <a:cs typeface="Arial"/>
              </a:defRPr>
            </a:pPr>
            <a:r>
              <a:rPr sz="1650" b="0">
                <a:solidFill>
                  <a:srgbClr val="5A6F76"/>
                </a:solidFill>
                <a:latin typeface="Arial"/>
                <a:ea typeface="Arial"/>
                <a:cs typeface="Arial"/>
              </a:rPr>
              <a:t>Spaces, hyphens, parentheses and one leading + are allowed.</a:t>
            </a:r>
          </a:p>
        </p:txBody>
      </p:sp>
    </p:spTree>
    <p:extLst>
      <p:ext uri="{BB962C8B-B14F-4D97-AF65-F5344CB8AC3E}">
        <p14:creationId xmlns:p14="http://schemas.microsoft.com/office/powerpoint/2010/main" val="1553150330"/>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course">
            <a:extLst xmlns:a="http://schemas.openxmlformats.org/drawingml/2006/main">
              <a:ext uri="{FF2B5EF4-FFF2-40B4-BE49-F238E27FC236}">
                <a16:creationId xmlns:a16="http://schemas.microsoft.com/office/drawing/2014/main" id="{6661F401-32A3-4982-9E16-93625E8CBFD1}"/>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3D8AC2AE-6392-4E1F-AE19-306B9425D6ED}"/>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Team, sprints and estimate</a:t>
            </a:r>
          </a:p>
        </p:txBody>
      </p:sp>
      <p:sp>
        <p:nvSpPr>
          <p:cNvPr id="3" name="speaker-time">
            <a:extLst xmlns:a="http://schemas.openxmlformats.org/drawingml/2006/main">
              <a:ext uri="{FF2B5EF4-FFF2-40B4-BE49-F238E27FC236}">
                <a16:creationId xmlns:a16="http://schemas.microsoft.com/office/drawing/2014/main" id="{EF15A06C-FF52-430A-ACFD-BD6CFE307892}"/>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Xuerui Huang  |  03:00–05:00</a:t>
            </a:r>
          </a:p>
        </p:txBody>
      </p:sp>
      <p:sp>
        <p:nvSpPr>
          <p:cNvPr id="4" name="page">
            <a:extLst xmlns:a="http://schemas.openxmlformats.org/drawingml/2006/main">
              <a:ext uri="{FF2B5EF4-FFF2-40B4-BE49-F238E27FC236}">
                <a16:creationId xmlns:a16="http://schemas.microsoft.com/office/drawing/2014/main" id="{FEA0F96B-F4E7-42DE-8439-B7F75FA25688}"/>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04 / 12</a:t>
            </a:r>
          </a:p>
        </p:txBody>
      </p:sp>
      <p:sp>
        <p:nvSpPr>
          <p:cNvPr id="5" name="text">
            <a:extLst xmlns:a="http://schemas.openxmlformats.org/drawingml/2006/main">
              <a:ext uri="{FF2B5EF4-FFF2-40B4-BE49-F238E27FC236}">
                <a16:creationId xmlns:a16="http://schemas.microsoft.com/office/drawing/2014/main" id="{C6A62C99-2681-4E87-8C9D-F2FF25F20DBA}"/>
              </a:ext>
            </a:extLst>
          </p:cNvPr>
          <p:cNvSpPr>
            <a:spLocks xmlns:a="http://schemas.openxmlformats.org/drawingml/2006/main" noGrp="1"/>
          </p:cNvSpPr>
          <p:nvPr/>
        </p:nvSpPr>
        <p:spPr>
          <a:xfrm xmlns:a="http://schemas.openxmlformats.org/drawingml/2006/main">
            <a:off x="609600" y="17049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A6F6B"/>
                </a:solidFill>
                <a:latin typeface="Arial"/>
                <a:ea typeface="Arial"/>
                <a:cs typeface="Arial"/>
              </a:defRPr>
            </a:defPPr>
            <a:lvl1pPr algn="l">
              <a:defRPr sz="2175" b="1">
                <a:solidFill>
                  <a:srgbClr val="2A6F6B"/>
                </a:solidFill>
                <a:latin typeface="Arial"/>
                <a:ea typeface="Arial"/>
                <a:cs typeface="Arial"/>
              </a:defRPr>
            </a:lvl1pPr>
            <a:lvl2pPr algn="l">
              <a:defRPr sz="2175" b="1">
                <a:solidFill>
                  <a:srgbClr val="2A6F6B"/>
                </a:solidFill>
                <a:latin typeface="Arial"/>
                <a:ea typeface="Arial"/>
                <a:cs typeface="Arial"/>
              </a:defRPr>
            </a:lvl2pPr>
            <a:lvl3pPr algn="l">
              <a:defRPr sz="2175" b="1">
                <a:solidFill>
                  <a:srgbClr val="2A6F6B"/>
                </a:solidFill>
                <a:latin typeface="Arial"/>
                <a:ea typeface="Arial"/>
                <a:cs typeface="Arial"/>
              </a:defRPr>
            </a:lvl3pPr>
            <a:lvl4pPr algn="l">
              <a:defRPr sz="2175" b="1">
                <a:solidFill>
                  <a:srgbClr val="2A6F6B"/>
                </a:solidFill>
                <a:latin typeface="Arial"/>
                <a:ea typeface="Arial"/>
                <a:cs typeface="Arial"/>
              </a:defRPr>
            </a:lvl4pPr>
            <a:lvl5pPr algn="l">
              <a:defRPr sz="2175" b="1">
                <a:solidFill>
                  <a:srgbClr val="2A6F6B"/>
                </a:solidFill>
                <a:latin typeface="Arial"/>
                <a:ea typeface="Arial"/>
                <a:cs typeface="Arial"/>
              </a:defRPr>
            </a:lvl5pPr>
            <a:lvl6pPr algn="l">
              <a:defRPr sz="2175" b="1">
                <a:solidFill>
                  <a:srgbClr val="2A6F6B"/>
                </a:solidFill>
                <a:latin typeface="Arial"/>
                <a:ea typeface="Arial"/>
                <a:cs typeface="Arial"/>
              </a:defRPr>
            </a:lvl6pPr>
            <a:lvl7pPr algn="l">
              <a:defRPr sz="2175" b="1">
                <a:solidFill>
                  <a:srgbClr val="2A6F6B"/>
                </a:solidFill>
                <a:latin typeface="Arial"/>
                <a:ea typeface="Arial"/>
                <a:cs typeface="Arial"/>
              </a:defRPr>
            </a:lvl7pPr>
            <a:lvl8pPr algn="l">
              <a:defRPr sz="2175" b="1">
                <a:solidFill>
                  <a:srgbClr val="2A6F6B"/>
                </a:solidFill>
                <a:latin typeface="Arial"/>
                <a:ea typeface="Arial"/>
                <a:cs typeface="Arial"/>
              </a:defRPr>
            </a:lvl8pPr>
            <a:lvl9pPr algn="l">
              <a:defRPr sz="2175" b="1">
                <a:solidFill>
                  <a:srgbClr val="2A6F6B"/>
                </a:solidFill>
                <a:latin typeface="Arial"/>
                <a:ea typeface="Arial"/>
                <a:cs typeface="Arial"/>
              </a:defRPr>
            </a:lvl9pPr>
          </a:lstStyle>
          <a:p xmlns:a="http://schemas.openxmlformats.org/drawingml/2006/main">
            <a:pPr algn="l">
              <a:defRPr sz="2175" b="1">
                <a:solidFill>
                  <a:srgbClr val="2A6F6B"/>
                </a:solidFill>
                <a:latin typeface="Arial"/>
                <a:ea typeface="Arial"/>
                <a:cs typeface="Arial"/>
              </a:defRPr>
            </a:pPr>
            <a:r>
              <a:rPr sz="2175" b="1">
                <a:solidFill>
                  <a:srgbClr val="2A6F6B"/>
                </a:solidFill>
                <a:latin typeface="Arial"/>
                <a:ea typeface="Arial"/>
                <a:cs typeface="Arial"/>
              </a:rPr>
              <a:t>Proposed responsibilities</a:t>
            </a:r>
          </a:p>
        </p:txBody>
      </p:sp>
      <p:sp>
        <p:nvSpPr>
          <p:cNvPr id="6" name="text">
            <a:extLst xmlns:a="http://schemas.openxmlformats.org/drawingml/2006/main">
              <a:ext uri="{FF2B5EF4-FFF2-40B4-BE49-F238E27FC236}">
                <a16:creationId xmlns:a16="http://schemas.microsoft.com/office/drawing/2014/main" id="{975049BA-2A1F-4A1B-B2ED-2A0C34DB5277}"/>
              </a:ext>
            </a:extLst>
          </p:cNvPr>
          <p:cNvSpPr>
            <a:spLocks xmlns:a="http://schemas.openxmlformats.org/drawingml/2006/main" noGrp="1"/>
          </p:cNvSpPr>
          <p:nvPr/>
        </p:nvSpPr>
        <p:spPr>
          <a:xfrm xmlns:a="http://schemas.openxmlformats.org/drawingml/2006/main">
            <a:off x="609600" y="23336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B4B"/>
                </a:solidFill>
                <a:latin typeface="Arial"/>
                <a:ea typeface="Arial"/>
                <a:cs typeface="Arial"/>
              </a:defRPr>
            </a:defPPr>
            <a:lvl1pPr algn="l">
              <a:defRPr sz="2175" b="1">
                <a:solidFill>
                  <a:srgbClr val="173B4B"/>
                </a:solidFill>
                <a:latin typeface="Arial"/>
                <a:ea typeface="Arial"/>
                <a:cs typeface="Arial"/>
              </a:defRPr>
            </a:lvl1pPr>
            <a:lvl2pPr algn="l">
              <a:defRPr sz="2175" b="1">
                <a:solidFill>
                  <a:srgbClr val="173B4B"/>
                </a:solidFill>
                <a:latin typeface="Arial"/>
                <a:ea typeface="Arial"/>
                <a:cs typeface="Arial"/>
              </a:defRPr>
            </a:lvl2pPr>
            <a:lvl3pPr algn="l">
              <a:defRPr sz="2175" b="1">
                <a:solidFill>
                  <a:srgbClr val="173B4B"/>
                </a:solidFill>
                <a:latin typeface="Arial"/>
                <a:ea typeface="Arial"/>
                <a:cs typeface="Arial"/>
              </a:defRPr>
            </a:lvl3pPr>
            <a:lvl4pPr algn="l">
              <a:defRPr sz="2175" b="1">
                <a:solidFill>
                  <a:srgbClr val="173B4B"/>
                </a:solidFill>
                <a:latin typeface="Arial"/>
                <a:ea typeface="Arial"/>
                <a:cs typeface="Arial"/>
              </a:defRPr>
            </a:lvl4pPr>
            <a:lvl5pPr algn="l">
              <a:defRPr sz="2175" b="1">
                <a:solidFill>
                  <a:srgbClr val="173B4B"/>
                </a:solidFill>
                <a:latin typeface="Arial"/>
                <a:ea typeface="Arial"/>
                <a:cs typeface="Arial"/>
              </a:defRPr>
            </a:lvl5pPr>
            <a:lvl6pPr algn="l">
              <a:defRPr sz="2175" b="1">
                <a:solidFill>
                  <a:srgbClr val="173B4B"/>
                </a:solidFill>
                <a:latin typeface="Arial"/>
                <a:ea typeface="Arial"/>
                <a:cs typeface="Arial"/>
              </a:defRPr>
            </a:lvl6pPr>
            <a:lvl7pPr algn="l">
              <a:defRPr sz="2175" b="1">
                <a:solidFill>
                  <a:srgbClr val="173B4B"/>
                </a:solidFill>
                <a:latin typeface="Arial"/>
                <a:ea typeface="Arial"/>
                <a:cs typeface="Arial"/>
              </a:defRPr>
            </a:lvl7pPr>
            <a:lvl8pPr algn="l">
              <a:defRPr sz="2175" b="1">
                <a:solidFill>
                  <a:srgbClr val="173B4B"/>
                </a:solidFill>
                <a:latin typeface="Arial"/>
                <a:ea typeface="Arial"/>
                <a:cs typeface="Arial"/>
              </a:defRPr>
            </a:lvl8pPr>
            <a:lvl9pPr algn="l">
              <a:defRPr sz="2175" b="1">
                <a:solidFill>
                  <a:srgbClr val="173B4B"/>
                </a:solidFill>
                <a:latin typeface="Arial"/>
                <a:ea typeface="Arial"/>
                <a:cs typeface="Arial"/>
              </a:defRPr>
            </a:lvl9pPr>
          </a:lstStyle>
          <a:p xmlns:a="http://schemas.openxmlformats.org/drawingml/2006/main">
            <a:pPr algn="l">
              <a:defRPr sz="2175" b="1">
                <a:solidFill>
                  <a:srgbClr val="173B4B"/>
                </a:solidFill>
                <a:latin typeface="Arial"/>
                <a:ea typeface="Arial"/>
                <a:cs typeface="Arial"/>
              </a:defRPr>
            </a:pPr>
            <a:r>
              <a:rPr sz="2175" b="1">
                <a:solidFill>
                  <a:srgbClr val="173B4B"/>
                </a:solidFill>
                <a:latin typeface="Arial"/>
                <a:ea typeface="Arial"/>
                <a:cs typeface="Arial"/>
              </a:rPr>
              <a:t>Xuerui Huang</a:t>
            </a:r>
          </a:p>
        </p:txBody>
      </p:sp>
      <p:sp>
        <p:nvSpPr>
          <p:cNvPr id="7" name="text">
            <a:extLst xmlns:a="http://schemas.openxmlformats.org/drawingml/2006/main">
              <a:ext uri="{FF2B5EF4-FFF2-40B4-BE49-F238E27FC236}">
                <a16:creationId xmlns:a16="http://schemas.microsoft.com/office/drawing/2014/main" id="{89A3D175-CACE-4AAD-B19A-6D7B2A8D5564}"/>
              </a:ext>
            </a:extLst>
          </p:cNvPr>
          <p:cNvSpPr>
            <a:spLocks xmlns:a="http://schemas.openxmlformats.org/drawingml/2006/main" noGrp="1"/>
          </p:cNvSpPr>
          <p:nvPr/>
        </p:nvSpPr>
        <p:spPr>
          <a:xfrm xmlns:a="http://schemas.openxmlformats.org/drawingml/2006/main">
            <a:off x="609600" y="2752725"/>
            <a:ext cx="495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B4B"/>
                </a:solidFill>
                <a:latin typeface="Arial"/>
                <a:ea typeface="Arial"/>
                <a:cs typeface="Arial"/>
              </a:defRPr>
            </a:defPPr>
            <a:lvl1pPr algn="l">
              <a:defRPr sz="1875" b="0">
                <a:solidFill>
                  <a:srgbClr val="173B4B"/>
                </a:solidFill>
                <a:latin typeface="Arial"/>
                <a:ea typeface="Arial"/>
                <a:cs typeface="Arial"/>
              </a:defRPr>
            </a:lvl1pPr>
            <a:lvl2pPr algn="l">
              <a:defRPr sz="1875" b="0">
                <a:solidFill>
                  <a:srgbClr val="173B4B"/>
                </a:solidFill>
                <a:latin typeface="Arial"/>
                <a:ea typeface="Arial"/>
                <a:cs typeface="Arial"/>
              </a:defRPr>
            </a:lvl2pPr>
            <a:lvl3pPr algn="l">
              <a:defRPr sz="1875" b="0">
                <a:solidFill>
                  <a:srgbClr val="173B4B"/>
                </a:solidFill>
                <a:latin typeface="Arial"/>
                <a:ea typeface="Arial"/>
                <a:cs typeface="Arial"/>
              </a:defRPr>
            </a:lvl3pPr>
            <a:lvl4pPr algn="l">
              <a:defRPr sz="1875" b="0">
                <a:solidFill>
                  <a:srgbClr val="173B4B"/>
                </a:solidFill>
                <a:latin typeface="Arial"/>
                <a:ea typeface="Arial"/>
                <a:cs typeface="Arial"/>
              </a:defRPr>
            </a:lvl4pPr>
            <a:lvl5pPr algn="l">
              <a:defRPr sz="1875" b="0">
                <a:solidFill>
                  <a:srgbClr val="173B4B"/>
                </a:solidFill>
                <a:latin typeface="Arial"/>
                <a:ea typeface="Arial"/>
                <a:cs typeface="Arial"/>
              </a:defRPr>
            </a:lvl5pPr>
            <a:lvl6pPr algn="l">
              <a:defRPr sz="1875" b="0">
                <a:solidFill>
                  <a:srgbClr val="173B4B"/>
                </a:solidFill>
                <a:latin typeface="Arial"/>
                <a:ea typeface="Arial"/>
                <a:cs typeface="Arial"/>
              </a:defRPr>
            </a:lvl6pPr>
            <a:lvl7pPr algn="l">
              <a:defRPr sz="1875" b="0">
                <a:solidFill>
                  <a:srgbClr val="173B4B"/>
                </a:solidFill>
                <a:latin typeface="Arial"/>
                <a:ea typeface="Arial"/>
                <a:cs typeface="Arial"/>
              </a:defRPr>
            </a:lvl7pPr>
            <a:lvl8pPr algn="l">
              <a:defRPr sz="1875" b="0">
                <a:solidFill>
                  <a:srgbClr val="173B4B"/>
                </a:solidFill>
                <a:latin typeface="Arial"/>
                <a:ea typeface="Arial"/>
                <a:cs typeface="Arial"/>
              </a:defRPr>
            </a:lvl8pPr>
            <a:lvl9pPr algn="l">
              <a:defRPr sz="1875" b="0">
                <a:solidFill>
                  <a:srgbClr val="173B4B"/>
                </a:solidFill>
                <a:latin typeface="Arial"/>
                <a:ea typeface="Arial"/>
                <a:cs typeface="Arial"/>
              </a:defRPr>
            </a:lvl9pPr>
          </a:lstStyle>
          <a:p xmlns:a="http://schemas.openxmlformats.org/drawingml/2006/main">
            <a:pPr algn="l">
              <a:defRPr sz="1875" b="0">
                <a:solidFill>
                  <a:srgbClr val="173B4B"/>
                </a:solidFill>
                <a:latin typeface="Arial"/>
                <a:ea typeface="Arial"/>
                <a:cs typeface="Arial"/>
              </a:defRPr>
            </a:pPr>
            <a:r>
              <a:rPr sz="1875" b="0">
                <a:solidFill>
                  <a:srgbClr val="173B4B"/>
                </a:solidFill>
                <a:latin typeface="Arial"/>
                <a:ea typeface="Arial"/>
                <a:cs typeface="Arial"/>
              </a:rPr>
              <a:t>Requirements, coordination and interface</a:t>
            </a:r>
          </a:p>
        </p:txBody>
      </p:sp>
      <p:sp>
        <p:nvSpPr>
          <p:cNvPr id="8" name="text">
            <a:extLst xmlns:a="http://schemas.openxmlformats.org/drawingml/2006/main">
              <a:ext uri="{FF2B5EF4-FFF2-40B4-BE49-F238E27FC236}">
                <a16:creationId xmlns:a16="http://schemas.microsoft.com/office/drawing/2014/main" id="{DDFF74BE-180B-49EF-A320-9F90E7AB7F3B}"/>
              </a:ext>
            </a:extLst>
          </p:cNvPr>
          <p:cNvSpPr>
            <a:spLocks xmlns:a="http://schemas.openxmlformats.org/drawingml/2006/main" noGrp="1"/>
          </p:cNvSpPr>
          <p:nvPr/>
        </p:nvSpPr>
        <p:spPr>
          <a:xfrm xmlns:a="http://schemas.openxmlformats.org/drawingml/2006/main">
            <a:off x="609600" y="349567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B4B"/>
                </a:solidFill>
                <a:latin typeface="Arial"/>
                <a:ea typeface="Arial"/>
                <a:cs typeface="Arial"/>
              </a:defRPr>
            </a:defPPr>
            <a:lvl1pPr algn="l">
              <a:defRPr sz="2175" b="1">
                <a:solidFill>
                  <a:srgbClr val="173B4B"/>
                </a:solidFill>
                <a:latin typeface="Arial"/>
                <a:ea typeface="Arial"/>
                <a:cs typeface="Arial"/>
              </a:defRPr>
            </a:lvl1pPr>
            <a:lvl2pPr algn="l">
              <a:defRPr sz="2175" b="1">
                <a:solidFill>
                  <a:srgbClr val="173B4B"/>
                </a:solidFill>
                <a:latin typeface="Arial"/>
                <a:ea typeface="Arial"/>
                <a:cs typeface="Arial"/>
              </a:defRPr>
            </a:lvl2pPr>
            <a:lvl3pPr algn="l">
              <a:defRPr sz="2175" b="1">
                <a:solidFill>
                  <a:srgbClr val="173B4B"/>
                </a:solidFill>
                <a:latin typeface="Arial"/>
                <a:ea typeface="Arial"/>
                <a:cs typeface="Arial"/>
              </a:defRPr>
            </a:lvl3pPr>
            <a:lvl4pPr algn="l">
              <a:defRPr sz="2175" b="1">
                <a:solidFill>
                  <a:srgbClr val="173B4B"/>
                </a:solidFill>
                <a:latin typeface="Arial"/>
                <a:ea typeface="Arial"/>
                <a:cs typeface="Arial"/>
              </a:defRPr>
            </a:lvl4pPr>
            <a:lvl5pPr algn="l">
              <a:defRPr sz="2175" b="1">
                <a:solidFill>
                  <a:srgbClr val="173B4B"/>
                </a:solidFill>
                <a:latin typeface="Arial"/>
                <a:ea typeface="Arial"/>
                <a:cs typeface="Arial"/>
              </a:defRPr>
            </a:lvl5pPr>
            <a:lvl6pPr algn="l">
              <a:defRPr sz="2175" b="1">
                <a:solidFill>
                  <a:srgbClr val="173B4B"/>
                </a:solidFill>
                <a:latin typeface="Arial"/>
                <a:ea typeface="Arial"/>
                <a:cs typeface="Arial"/>
              </a:defRPr>
            </a:lvl6pPr>
            <a:lvl7pPr algn="l">
              <a:defRPr sz="2175" b="1">
                <a:solidFill>
                  <a:srgbClr val="173B4B"/>
                </a:solidFill>
                <a:latin typeface="Arial"/>
                <a:ea typeface="Arial"/>
                <a:cs typeface="Arial"/>
              </a:defRPr>
            </a:lvl7pPr>
            <a:lvl8pPr algn="l">
              <a:defRPr sz="2175" b="1">
                <a:solidFill>
                  <a:srgbClr val="173B4B"/>
                </a:solidFill>
                <a:latin typeface="Arial"/>
                <a:ea typeface="Arial"/>
                <a:cs typeface="Arial"/>
              </a:defRPr>
            </a:lvl8pPr>
            <a:lvl9pPr algn="l">
              <a:defRPr sz="2175" b="1">
                <a:solidFill>
                  <a:srgbClr val="173B4B"/>
                </a:solidFill>
                <a:latin typeface="Arial"/>
                <a:ea typeface="Arial"/>
                <a:cs typeface="Arial"/>
              </a:defRPr>
            </a:lvl9pPr>
          </a:lstStyle>
          <a:p xmlns:a="http://schemas.openxmlformats.org/drawingml/2006/main">
            <a:pPr algn="l">
              <a:defRPr sz="2175" b="1">
                <a:solidFill>
                  <a:srgbClr val="173B4B"/>
                </a:solidFill>
                <a:latin typeface="Arial"/>
                <a:ea typeface="Arial"/>
                <a:cs typeface="Arial"/>
              </a:defRPr>
            </a:pPr>
            <a:r>
              <a:rPr sz="2175" b="1">
                <a:solidFill>
                  <a:srgbClr val="173B4B"/>
                </a:solidFill>
                <a:latin typeface="Arial"/>
                <a:ea typeface="Arial"/>
                <a:cs typeface="Arial"/>
              </a:rPr>
              <a:t>Bin Wang</a:t>
            </a:r>
          </a:p>
        </p:txBody>
      </p:sp>
      <p:sp>
        <p:nvSpPr>
          <p:cNvPr id="9" name="text">
            <a:extLst xmlns:a="http://schemas.openxmlformats.org/drawingml/2006/main">
              <a:ext uri="{FF2B5EF4-FFF2-40B4-BE49-F238E27FC236}">
                <a16:creationId xmlns:a16="http://schemas.microsoft.com/office/drawing/2014/main" id="{9E55FC3F-1EB1-497E-91CE-67F0DEE97888}"/>
              </a:ext>
            </a:extLst>
          </p:cNvPr>
          <p:cNvSpPr>
            <a:spLocks xmlns:a="http://schemas.openxmlformats.org/drawingml/2006/main" noGrp="1"/>
          </p:cNvSpPr>
          <p:nvPr/>
        </p:nvSpPr>
        <p:spPr>
          <a:xfrm xmlns:a="http://schemas.openxmlformats.org/drawingml/2006/main">
            <a:off x="609600" y="3914775"/>
            <a:ext cx="495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B4B"/>
                </a:solidFill>
                <a:latin typeface="Arial"/>
                <a:ea typeface="Arial"/>
                <a:cs typeface="Arial"/>
              </a:defRPr>
            </a:defPPr>
            <a:lvl1pPr algn="l">
              <a:defRPr sz="1875" b="0">
                <a:solidFill>
                  <a:srgbClr val="173B4B"/>
                </a:solidFill>
                <a:latin typeface="Arial"/>
                <a:ea typeface="Arial"/>
                <a:cs typeface="Arial"/>
              </a:defRPr>
            </a:lvl1pPr>
            <a:lvl2pPr algn="l">
              <a:defRPr sz="1875" b="0">
                <a:solidFill>
                  <a:srgbClr val="173B4B"/>
                </a:solidFill>
                <a:latin typeface="Arial"/>
                <a:ea typeface="Arial"/>
                <a:cs typeface="Arial"/>
              </a:defRPr>
            </a:lvl2pPr>
            <a:lvl3pPr algn="l">
              <a:defRPr sz="1875" b="0">
                <a:solidFill>
                  <a:srgbClr val="173B4B"/>
                </a:solidFill>
                <a:latin typeface="Arial"/>
                <a:ea typeface="Arial"/>
                <a:cs typeface="Arial"/>
              </a:defRPr>
            </a:lvl3pPr>
            <a:lvl4pPr algn="l">
              <a:defRPr sz="1875" b="0">
                <a:solidFill>
                  <a:srgbClr val="173B4B"/>
                </a:solidFill>
                <a:latin typeface="Arial"/>
                <a:ea typeface="Arial"/>
                <a:cs typeface="Arial"/>
              </a:defRPr>
            </a:lvl4pPr>
            <a:lvl5pPr algn="l">
              <a:defRPr sz="1875" b="0">
                <a:solidFill>
                  <a:srgbClr val="173B4B"/>
                </a:solidFill>
                <a:latin typeface="Arial"/>
                <a:ea typeface="Arial"/>
                <a:cs typeface="Arial"/>
              </a:defRPr>
            </a:lvl5pPr>
            <a:lvl6pPr algn="l">
              <a:defRPr sz="1875" b="0">
                <a:solidFill>
                  <a:srgbClr val="173B4B"/>
                </a:solidFill>
                <a:latin typeface="Arial"/>
                <a:ea typeface="Arial"/>
                <a:cs typeface="Arial"/>
              </a:defRPr>
            </a:lvl6pPr>
            <a:lvl7pPr algn="l">
              <a:defRPr sz="1875" b="0">
                <a:solidFill>
                  <a:srgbClr val="173B4B"/>
                </a:solidFill>
                <a:latin typeface="Arial"/>
                <a:ea typeface="Arial"/>
                <a:cs typeface="Arial"/>
              </a:defRPr>
            </a:lvl7pPr>
            <a:lvl8pPr algn="l">
              <a:defRPr sz="1875" b="0">
                <a:solidFill>
                  <a:srgbClr val="173B4B"/>
                </a:solidFill>
                <a:latin typeface="Arial"/>
                <a:ea typeface="Arial"/>
                <a:cs typeface="Arial"/>
              </a:defRPr>
            </a:lvl8pPr>
            <a:lvl9pPr algn="l">
              <a:defRPr sz="1875" b="0">
                <a:solidFill>
                  <a:srgbClr val="173B4B"/>
                </a:solidFill>
                <a:latin typeface="Arial"/>
                <a:ea typeface="Arial"/>
                <a:cs typeface="Arial"/>
              </a:defRPr>
            </a:lvl9pPr>
          </a:lstStyle>
          <a:p xmlns:a="http://schemas.openxmlformats.org/drawingml/2006/main">
            <a:pPr algn="l">
              <a:defRPr sz="1875" b="0">
                <a:solidFill>
                  <a:srgbClr val="173B4B"/>
                </a:solidFill>
                <a:latin typeface="Arial"/>
                <a:ea typeface="Arial"/>
                <a:cs typeface="Arial"/>
              </a:defRPr>
            </a:pPr>
            <a:r>
              <a:rPr sz="1875" b="0">
                <a:solidFill>
                  <a:srgbClr val="173B4B"/>
                </a:solidFill>
                <a:latin typeface="Arial"/>
                <a:ea typeface="Arial"/>
                <a:cs typeface="Arial"/>
              </a:rPr>
              <a:t>Domain objects, business rules and integration</a:t>
            </a:r>
          </a:p>
        </p:txBody>
      </p:sp>
      <p:sp>
        <p:nvSpPr>
          <p:cNvPr id="10" name="text">
            <a:extLst xmlns:a="http://schemas.openxmlformats.org/drawingml/2006/main">
              <a:ext uri="{FF2B5EF4-FFF2-40B4-BE49-F238E27FC236}">
                <a16:creationId xmlns:a16="http://schemas.microsoft.com/office/drawing/2014/main" id="{91C933AB-3E98-44CB-9E47-2A8D33133C39}"/>
              </a:ext>
            </a:extLst>
          </p:cNvPr>
          <p:cNvSpPr>
            <a:spLocks xmlns:a="http://schemas.openxmlformats.org/drawingml/2006/main" noGrp="1"/>
          </p:cNvSpPr>
          <p:nvPr/>
        </p:nvSpPr>
        <p:spPr>
          <a:xfrm xmlns:a="http://schemas.openxmlformats.org/drawingml/2006/main">
            <a:off x="609600" y="46577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B4B"/>
                </a:solidFill>
                <a:latin typeface="Arial"/>
                <a:ea typeface="Arial"/>
                <a:cs typeface="Arial"/>
              </a:defRPr>
            </a:defPPr>
            <a:lvl1pPr algn="l">
              <a:defRPr sz="2175" b="1">
                <a:solidFill>
                  <a:srgbClr val="173B4B"/>
                </a:solidFill>
                <a:latin typeface="Arial"/>
                <a:ea typeface="Arial"/>
                <a:cs typeface="Arial"/>
              </a:defRPr>
            </a:lvl1pPr>
            <a:lvl2pPr algn="l">
              <a:defRPr sz="2175" b="1">
                <a:solidFill>
                  <a:srgbClr val="173B4B"/>
                </a:solidFill>
                <a:latin typeface="Arial"/>
                <a:ea typeface="Arial"/>
                <a:cs typeface="Arial"/>
              </a:defRPr>
            </a:lvl2pPr>
            <a:lvl3pPr algn="l">
              <a:defRPr sz="2175" b="1">
                <a:solidFill>
                  <a:srgbClr val="173B4B"/>
                </a:solidFill>
                <a:latin typeface="Arial"/>
                <a:ea typeface="Arial"/>
                <a:cs typeface="Arial"/>
              </a:defRPr>
            </a:lvl3pPr>
            <a:lvl4pPr algn="l">
              <a:defRPr sz="2175" b="1">
                <a:solidFill>
                  <a:srgbClr val="173B4B"/>
                </a:solidFill>
                <a:latin typeface="Arial"/>
                <a:ea typeface="Arial"/>
                <a:cs typeface="Arial"/>
              </a:defRPr>
            </a:lvl4pPr>
            <a:lvl5pPr algn="l">
              <a:defRPr sz="2175" b="1">
                <a:solidFill>
                  <a:srgbClr val="173B4B"/>
                </a:solidFill>
                <a:latin typeface="Arial"/>
                <a:ea typeface="Arial"/>
                <a:cs typeface="Arial"/>
              </a:defRPr>
            </a:lvl5pPr>
            <a:lvl6pPr algn="l">
              <a:defRPr sz="2175" b="1">
                <a:solidFill>
                  <a:srgbClr val="173B4B"/>
                </a:solidFill>
                <a:latin typeface="Arial"/>
                <a:ea typeface="Arial"/>
                <a:cs typeface="Arial"/>
              </a:defRPr>
            </a:lvl6pPr>
            <a:lvl7pPr algn="l">
              <a:defRPr sz="2175" b="1">
                <a:solidFill>
                  <a:srgbClr val="173B4B"/>
                </a:solidFill>
                <a:latin typeface="Arial"/>
                <a:ea typeface="Arial"/>
                <a:cs typeface="Arial"/>
              </a:defRPr>
            </a:lvl7pPr>
            <a:lvl8pPr algn="l">
              <a:defRPr sz="2175" b="1">
                <a:solidFill>
                  <a:srgbClr val="173B4B"/>
                </a:solidFill>
                <a:latin typeface="Arial"/>
                <a:ea typeface="Arial"/>
                <a:cs typeface="Arial"/>
              </a:defRPr>
            </a:lvl8pPr>
            <a:lvl9pPr algn="l">
              <a:defRPr sz="2175" b="1">
                <a:solidFill>
                  <a:srgbClr val="173B4B"/>
                </a:solidFill>
                <a:latin typeface="Arial"/>
                <a:ea typeface="Arial"/>
                <a:cs typeface="Arial"/>
              </a:defRPr>
            </a:lvl9pPr>
          </a:lstStyle>
          <a:p xmlns:a="http://schemas.openxmlformats.org/drawingml/2006/main">
            <a:pPr algn="l">
              <a:defRPr sz="2175" b="1">
                <a:solidFill>
                  <a:srgbClr val="173B4B"/>
                </a:solidFill>
                <a:latin typeface="Arial"/>
                <a:ea typeface="Arial"/>
                <a:cs typeface="Arial"/>
              </a:defRPr>
            </a:pPr>
            <a:r>
              <a:rPr sz="2175" b="1">
                <a:solidFill>
                  <a:srgbClr val="173B4B"/>
                </a:solidFill>
                <a:latin typeface="Arial"/>
                <a:ea typeface="Arial"/>
                <a:cs typeface="Arial"/>
              </a:rPr>
              <a:t>Yonghui Dai</a:t>
            </a:r>
          </a:p>
        </p:txBody>
      </p:sp>
      <p:sp>
        <p:nvSpPr>
          <p:cNvPr id="11" name="text">
            <a:extLst xmlns:a="http://schemas.openxmlformats.org/drawingml/2006/main">
              <a:ext uri="{FF2B5EF4-FFF2-40B4-BE49-F238E27FC236}">
                <a16:creationId xmlns:a16="http://schemas.microsoft.com/office/drawing/2014/main" id="{6583D103-E806-4249-A56B-36EF2BE9ADB2}"/>
              </a:ext>
            </a:extLst>
          </p:cNvPr>
          <p:cNvSpPr>
            <a:spLocks xmlns:a="http://schemas.openxmlformats.org/drawingml/2006/main" noGrp="1"/>
          </p:cNvSpPr>
          <p:nvPr/>
        </p:nvSpPr>
        <p:spPr>
          <a:xfrm xmlns:a="http://schemas.openxmlformats.org/drawingml/2006/main">
            <a:off x="609600" y="5076825"/>
            <a:ext cx="4953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B4B"/>
                </a:solidFill>
                <a:latin typeface="Arial"/>
                <a:ea typeface="Arial"/>
                <a:cs typeface="Arial"/>
              </a:defRPr>
            </a:defPPr>
            <a:lvl1pPr algn="l">
              <a:defRPr sz="1875" b="0">
                <a:solidFill>
                  <a:srgbClr val="173B4B"/>
                </a:solidFill>
                <a:latin typeface="Arial"/>
                <a:ea typeface="Arial"/>
                <a:cs typeface="Arial"/>
              </a:defRPr>
            </a:lvl1pPr>
            <a:lvl2pPr algn="l">
              <a:defRPr sz="1875" b="0">
                <a:solidFill>
                  <a:srgbClr val="173B4B"/>
                </a:solidFill>
                <a:latin typeface="Arial"/>
                <a:ea typeface="Arial"/>
                <a:cs typeface="Arial"/>
              </a:defRPr>
            </a:lvl2pPr>
            <a:lvl3pPr algn="l">
              <a:defRPr sz="1875" b="0">
                <a:solidFill>
                  <a:srgbClr val="173B4B"/>
                </a:solidFill>
                <a:latin typeface="Arial"/>
                <a:ea typeface="Arial"/>
                <a:cs typeface="Arial"/>
              </a:defRPr>
            </a:lvl3pPr>
            <a:lvl4pPr algn="l">
              <a:defRPr sz="1875" b="0">
                <a:solidFill>
                  <a:srgbClr val="173B4B"/>
                </a:solidFill>
                <a:latin typeface="Arial"/>
                <a:ea typeface="Arial"/>
                <a:cs typeface="Arial"/>
              </a:defRPr>
            </a:lvl4pPr>
            <a:lvl5pPr algn="l">
              <a:defRPr sz="1875" b="0">
                <a:solidFill>
                  <a:srgbClr val="173B4B"/>
                </a:solidFill>
                <a:latin typeface="Arial"/>
                <a:ea typeface="Arial"/>
                <a:cs typeface="Arial"/>
              </a:defRPr>
            </a:lvl5pPr>
            <a:lvl6pPr algn="l">
              <a:defRPr sz="1875" b="0">
                <a:solidFill>
                  <a:srgbClr val="173B4B"/>
                </a:solidFill>
                <a:latin typeface="Arial"/>
                <a:ea typeface="Arial"/>
                <a:cs typeface="Arial"/>
              </a:defRPr>
            </a:lvl6pPr>
            <a:lvl7pPr algn="l">
              <a:defRPr sz="1875" b="0">
                <a:solidFill>
                  <a:srgbClr val="173B4B"/>
                </a:solidFill>
                <a:latin typeface="Arial"/>
                <a:ea typeface="Arial"/>
                <a:cs typeface="Arial"/>
              </a:defRPr>
            </a:lvl7pPr>
            <a:lvl8pPr algn="l">
              <a:defRPr sz="1875" b="0">
                <a:solidFill>
                  <a:srgbClr val="173B4B"/>
                </a:solidFill>
                <a:latin typeface="Arial"/>
                <a:ea typeface="Arial"/>
                <a:cs typeface="Arial"/>
              </a:defRPr>
            </a:lvl8pPr>
            <a:lvl9pPr algn="l">
              <a:defRPr sz="1875" b="0">
                <a:solidFill>
                  <a:srgbClr val="173B4B"/>
                </a:solidFill>
                <a:latin typeface="Arial"/>
                <a:ea typeface="Arial"/>
                <a:cs typeface="Arial"/>
              </a:defRPr>
            </a:lvl9pPr>
          </a:lstStyle>
          <a:p xmlns:a="http://schemas.openxmlformats.org/drawingml/2006/main">
            <a:pPr algn="l">
              <a:defRPr sz="1875" b="0">
                <a:solidFill>
                  <a:srgbClr val="173B4B"/>
                </a:solidFill>
                <a:latin typeface="Arial"/>
                <a:ea typeface="Arial"/>
                <a:cs typeface="Arial"/>
              </a:defRPr>
            </a:pPr>
            <a:r>
              <a:rPr sz="1875" b="0">
                <a:solidFill>
                  <a:srgbClr val="173B4B"/>
                </a:solidFill>
                <a:latin typeface="Arial"/>
                <a:ea typeface="Arial"/>
                <a:cs typeface="Arial"/>
              </a:rPr>
              <a:t>Persistence, testing and evidence</a:t>
            </a:r>
          </a:p>
        </p:txBody>
      </p:sp>
      <p:graphicFrame>
        <p:nvGraphicFramePr>
          <p:cNvPr id="12" name="">
            <a:extLst xmlns:a="http://schemas.openxmlformats.org/drawingml/2006/main">
              <a:ext uri="{FF2B5EF4-FFF2-40B4-BE49-F238E27FC236}">
                <a16:creationId xmlns:a16="http://schemas.microsoft.com/office/drawing/2014/main" id="{123EEBDC-77B6-455B-8C36-8AAAC350825C}"/>
              </a:ext>
            </a:extLst>
          </p:cNvPr>
          <p:cNvGraphicFramePr/>
          <p:nvPr/>
        </p:nvGraphicFramePr>
        <p:xfrm>
          <a:off xmlns:a="http://schemas.openxmlformats.org/drawingml/2006/main" x="6191250" y="1743075"/>
          <a:ext xmlns:a="http://schemas.openxmlformats.org/drawingml/2006/main" cx="5391150" cy="2514600"/>
        </p:xfrm>
        <a:graphic xmlns:a="http://schemas.openxmlformats.org/drawingml/2006/main">
          <a:graphicData uri="http://schemas.openxmlformats.org/drawingml/2006/table">
            <a:tbl>
              <a:tblPr/>
              <a:tblGrid>
                <a:gridCol w="4057650"/>
                <a:gridCol w="1333500"/>
              </a:tblGrid>
              <a:tr h="502920">
                <a:tc>
                  <a:txBody>
                    <a:bodyPr lIns="0" tIns="0" rIns="0" bIns="0">
                      <a:noAutofit/>
                    </a:bodyPr>
                    <a:lstStyle/>
                    <a:p>
                      <a:r>
                        <a:rPr sz="1800" b="1">
                          <a:solidFill>
                            <a:srgbClr val="FFFFFF"/>
                          </a:solidFill>
                          <a:latin typeface="Arial"/>
                          <a:ea typeface="Arial"/>
                          <a:cs typeface="Arial"/>
                        </a:rPr>
                        <a:t>Planning allowance</a:t>
                      </a:r>
                    </a:p>
                  </a:txBody>
                  <a:tcPr marL="133350" marR="114300" marT="95250" marB="76200" anchor="ctr">
                    <a:lnL w="6668">
                      <a:solidFill>
                        <a:srgbClr val="D5E0DA"/>
                      </a:solidFill>
                      <a:prstDash val="solid"/>
                    </a:lnL>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800" b="1">
                          <a:solidFill>
                            <a:srgbClr val="FFFFFF"/>
                          </a:solidFill>
                          <a:latin typeface="Arial"/>
                          <a:ea typeface="Arial"/>
                          <a:cs typeface="Arial"/>
                        </a:rPr>
                        <a:t>Hours</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r>
              <a:tr h="502920">
                <a:tc>
                  <a:txBody>
                    <a:bodyPr lIns="0" tIns="0" rIns="0" bIns="0">
                      <a:noAutofit/>
                    </a:bodyPr>
                    <a:lstStyle/>
                    <a:p>
                      <a:r>
                        <a:rPr sz="1800" b="0">
                          <a:solidFill>
                            <a:srgbClr val="173B4B"/>
                          </a:solidFill>
                          <a:latin typeface="Arial"/>
                          <a:ea typeface="Arial"/>
                          <a:cs typeface="Arial"/>
                        </a:rPr>
                        <a:t>Sprint 1 example</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00" b="0">
                          <a:solidFill>
                            <a:srgbClr val="173B4B"/>
                          </a:solidFill>
                          <a:latin typeface="Arial"/>
                          <a:ea typeface="Arial"/>
                          <a:cs typeface="Arial"/>
                        </a:rPr>
                        <a:t>23</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502920">
                <a:tc>
                  <a:txBody>
                    <a:bodyPr lIns="0" tIns="0" rIns="0" bIns="0">
                      <a:noAutofit/>
                    </a:bodyPr>
                    <a:lstStyle/>
                    <a:p>
                      <a:r>
                        <a:rPr sz="1800" b="0">
                          <a:solidFill>
                            <a:srgbClr val="173B4B"/>
                          </a:solidFill>
                          <a:latin typeface="Arial"/>
                          <a:ea typeface="Arial"/>
                          <a:cs typeface="Arial"/>
                        </a:rPr>
                        <a:t>Sprint 2 example</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00" b="0">
                          <a:solidFill>
                            <a:srgbClr val="173B4B"/>
                          </a:solidFill>
                          <a:latin typeface="Arial"/>
                          <a:ea typeface="Arial"/>
                          <a:cs typeface="Arial"/>
                        </a:rPr>
                        <a:t>31</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r h="502920">
                <a:tc>
                  <a:txBody>
                    <a:bodyPr lIns="0" tIns="0" rIns="0" bIns="0">
                      <a:noAutofit/>
                    </a:bodyPr>
                    <a:lstStyle/>
                    <a:p>
                      <a:r>
                        <a:rPr sz="1800" b="0">
                          <a:solidFill>
                            <a:srgbClr val="173B4B"/>
                          </a:solidFill>
                          <a:latin typeface="Arial"/>
                          <a:ea typeface="Arial"/>
                          <a:cs typeface="Arial"/>
                        </a:rPr>
                        <a:t>Release adaptation</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00" b="0">
                          <a:solidFill>
                            <a:srgbClr val="173B4B"/>
                          </a:solidFill>
                          <a:latin typeface="Arial"/>
                          <a:ea typeface="Arial"/>
                          <a:cs typeface="Arial"/>
                        </a:rPr>
                        <a:t>12</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502920">
                <a:tc>
                  <a:txBody>
                    <a:bodyPr lIns="0" tIns="0" rIns="0" bIns="0">
                      <a:noAutofit/>
                    </a:bodyPr>
                    <a:lstStyle/>
                    <a:p>
                      <a:r>
                        <a:rPr sz="1800" b="0">
                          <a:solidFill>
                            <a:srgbClr val="173B4B"/>
                          </a:solidFill>
                          <a:latin typeface="Arial"/>
                          <a:ea typeface="Arial"/>
                          <a:cs typeface="Arial"/>
                        </a:rPr>
                        <a:t>Total estimate</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00" b="0">
                          <a:solidFill>
                            <a:srgbClr val="173B4B"/>
                          </a:solidFill>
                          <a:latin typeface="Arial"/>
                          <a:ea typeface="Arial"/>
                          <a:cs typeface="Arial"/>
                        </a:rPr>
                        <a:t>66</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bl>
          </a:graphicData>
        </a:graphic>
      </p:graphicFrame>
      <p:sp>
        <p:nvSpPr>
          <p:cNvPr id="13" name="text">
            <a:extLst xmlns:a="http://schemas.openxmlformats.org/drawingml/2006/main">
              <a:ext uri="{FF2B5EF4-FFF2-40B4-BE49-F238E27FC236}">
                <a16:creationId xmlns:a16="http://schemas.microsoft.com/office/drawing/2014/main" id="{3E6F0407-4CBB-49BC-8402-9318150F2DAA}"/>
              </a:ext>
            </a:extLst>
          </p:cNvPr>
          <p:cNvSpPr>
            <a:spLocks xmlns:a="http://schemas.openxmlformats.org/drawingml/2006/main" noGrp="1"/>
          </p:cNvSpPr>
          <p:nvPr/>
        </p:nvSpPr>
        <p:spPr>
          <a:xfrm xmlns:a="http://schemas.openxmlformats.org/drawingml/2006/main">
            <a:off x="6191250" y="4486275"/>
            <a:ext cx="5391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2A6F6B"/>
                </a:solidFill>
                <a:latin typeface="Arial"/>
                <a:ea typeface="Arial"/>
                <a:cs typeface="Arial"/>
              </a:defRPr>
            </a:defPPr>
            <a:lvl1pPr algn="l">
              <a:defRPr sz="3450" b="1">
                <a:solidFill>
                  <a:srgbClr val="2A6F6B"/>
                </a:solidFill>
                <a:latin typeface="Arial"/>
                <a:ea typeface="Arial"/>
                <a:cs typeface="Arial"/>
              </a:defRPr>
            </a:lvl1pPr>
            <a:lvl2pPr algn="l">
              <a:defRPr sz="3450" b="1">
                <a:solidFill>
                  <a:srgbClr val="2A6F6B"/>
                </a:solidFill>
                <a:latin typeface="Arial"/>
                <a:ea typeface="Arial"/>
                <a:cs typeface="Arial"/>
              </a:defRPr>
            </a:lvl2pPr>
            <a:lvl3pPr algn="l">
              <a:defRPr sz="3450" b="1">
                <a:solidFill>
                  <a:srgbClr val="2A6F6B"/>
                </a:solidFill>
                <a:latin typeface="Arial"/>
                <a:ea typeface="Arial"/>
                <a:cs typeface="Arial"/>
              </a:defRPr>
            </a:lvl3pPr>
            <a:lvl4pPr algn="l">
              <a:defRPr sz="3450" b="1">
                <a:solidFill>
                  <a:srgbClr val="2A6F6B"/>
                </a:solidFill>
                <a:latin typeface="Arial"/>
                <a:ea typeface="Arial"/>
                <a:cs typeface="Arial"/>
              </a:defRPr>
            </a:lvl4pPr>
            <a:lvl5pPr algn="l">
              <a:defRPr sz="3450" b="1">
                <a:solidFill>
                  <a:srgbClr val="2A6F6B"/>
                </a:solidFill>
                <a:latin typeface="Arial"/>
                <a:ea typeface="Arial"/>
                <a:cs typeface="Arial"/>
              </a:defRPr>
            </a:lvl5pPr>
            <a:lvl6pPr algn="l">
              <a:defRPr sz="3450" b="1">
                <a:solidFill>
                  <a:srgbClr val="2A6F6B"/>
                </a:solidFill>
                <a:latin typeface="Arial"/>
                <a:ea typeface="Arial"/>
                <a:cs typeface="Arial"/>
              </a:defRPr>
            </a:lvl6pPr>
            <a:lvl7pPr algn="l">
              <a:defRPr sz="3450" b="1">
                <a:solidFill>
                  <a:srgbClr val="2A6F6B"/>
                </a:solidFill>
                <a:latin typeface="Arial"/>
                <a:ea typeface="Arial"/>
                <a:cs typeface="Arial"/>
              </a:defRPr>
            </a:lvl7pPr>
            <a:lvl8pPr algn="l">
              <a:defRPr sz="3450" b="1">
                <a:solidFill>
                  <a:srgbClr val="2A6F6B"/>
                </a:solidFill>
                <a:latin typeface="Arial"/>
                <a:ea typeface="Arial"/>
                <a:cs typeface="Arial"/>
              </a:defRPr>
            </a:lvl8pPr>
            <a:lvl9pPr algn="l">
              <a:defRPr sz="3450" b="1">
                <a:solidFill>
                  <a:srgbClr val="2A6F6B"/>
                </a:solidFill>
                <a:latin typeface="Arial"/>
                <a:ea typeface="Arial"/>
                <a:cs typeface="Arial"/>
              </a:defRPr>
            </a:lvl9pPr>
          </a:lstStyle>
          <a:p xmlns:a="http://schemas.openxmlformats.org/drawingml/2006/main">
            <a:pPr algn="l">
              <a:defRPr sz="3450" b="1">
                <a:solidFill>
                  <a:srgbClr val="2A6F6B"/>
                </a:solidFill>
                <a:latin typeface="Arial"/>
                <a:ea typeface="Arial"/>
                <a:cs typeface="Arial"/>
              </a:defRPr>
            </a:pPr>
            <a:r>
              <a:rPr sz="3450" b="1">
                <a:solidFill>
                  <a:srgbClr val="2A6F6B"/>
                </a:solidFill>
                <a:latin typeface="Arial"/>
                <a:ea typeface="Arial"/>
                <a:cs typeface="Arial"/>
              </a:rPr>
              <a:t>NZD 2,211</a:t>
            </a:r>
          </a:p>
        </p:txBody>
      </p:sp>
      <p:sp>
        <p:nvSpPr>
          <p:cNvPr id="14" name="text">
            <a:extLst xmlns:a="http://schemas.openxmlformats.org/drawingml/2006/main">
              <a:ext uri="{FF2B5EF4-FFF2-40B4-BE49-F238E27FC236}">
                <a16:creationId xmlns:a16="http://schemas.microsoft.com/office/drawing/2014/main" id="{F13D05E7-1A5E-45F9-B716-566F1AFBDE4D}"/>
              </a:ext>
            </a:extLst>
          </p:cNvPr>
          <p:cNvSpPr>
            <a:spLocks xmlns:a="http://schemas.openxmlformats.org/drawingml/2006/main" noGrp="1"/>
          </p:cNvSpPr>
          <p:nvPr/>
        </p:nvSpPr>
        <p:spPr>
          <a:xfrm xmlns:a="http://schemas.openxmlformats.org/drawingml/2006/main">
            <a:off x="6191250" y="5133975"/>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3B4B"/>
                </a:solidFill>
                <a:latin typeface="Arial"/>
                <a:ea typeface="Arial"/>
                <a:cs typeface="Arial"/>
              </a:defRPr>
            </a:defPPr>
            <a:lvl1pPr algn="l">
              <a:defRPr sz="1875" b="0">
                <a:solidFill>
                  <a:srgbClr val="173B4B"/>
                </a:solidFill>
                <a:latin typeface="Arial"/>
                <a:ea typeface="Arial"/>
                <a:cs typeface="Arial"/>
              </a:defRPr>
            </a:lvl1pPr>
            <a:lvl2pPr algn="l">
              <a:defRPr sz="1875" b="0">
                <a:solidFill>
                  <a:srgbClr val="173B4B"/>
                </a:solidFill>
                <a:latin typeface="Arial"/>
                <a:ea typeface="Arial"/>
                <a:cs typeface="Arial"/>
              </a:defRPr>
            </a:lvl2pPr>
            <a:lvl3pPr algn="l">
              <a:defRPr sz="1875" b="0">
                <a:solidFill>
                  <a:srgbClr val="173B4B"/>
                </a:solidFill>
                <a:latin typeface="Arial"/>
                <a:ea typeface="Arial"/>
                <a:cs typeface="Arial"/>
              </a:defRPr>
            </a:lvl3pPr>
            <a:lvl4pPr algn="l">
              <a:defRPr sz="1875" b="0">
                <a:solidFill>
                  <a:srgbClr val="173B4B"/>
                </a:solidFill>
                <a:latin typeface="Arial"/>
                <a:ea typeface="Arial"/>
                <a:cs typeface="Arial"/>
              </a:defRPr>
            </a:lvl4pPr>
            <a:lvl5pPr algn="l">
              <a:defRPr sz="1875" b="0">
                <a:solidFill>
                  <a:srgbClr val="173B4B"/>
                </a:solidFill>
                <a:latin typeface="Arial"/>
                <a:ea typeface="Arial"/>
                <a:cs typeface="Arial"/>
              </a:defRPr>
            </a:lvl5pPr>
            <a:lvl6pPr algn="l">
              <a:defRPr sz="1875" b="0">
                <a:solidFill>
                  <a:srgbClr val="173B4B"/>
                </a:solidFill>
                <a:latin typeface="Arial"/>
                <a:ea typeface="Arial"/>
                <a:cs typeface="Arial"/>
              </a:defRPr>
            </a:lvl6pPr>
            <a:lvl7pPr algn="l">
              <a:defRPr sz="1875" b="0">
                <a:solidFill>
                  <a:srgbClr val="173B4B"/>
                </a:solidFill>
                <a:latin typeface="Arial"/>
                <a:ea typeface="Arial"/>
                <a:cs typeface="Arial"/>
              </a:defRPr>
            </a:lvl7pPr>
            <a:lvl8pPr algn="l">
              <a:defRPr sz="1875" b="0">
                <a:solidFill>
                  <a:srgbClr val="173B4B"/>
                </a:solidFill>
                <a:latin typeface="Arial"/>
                <a:ea typeface="Arial"/>
                <a:cs typeface="Arial"/>
              </a:defRPr>
            </a:lvl8pPr>
            <a:lvl9pPr algn="l">
              <a:defRPr sz="1875" b="0">
                <a:solidFill>
                  <a:srgbClr val="173B4B"/>
                </a:solidFill>
                <a:latin typeface="Arial"/>
                <a:ea typeface="Arial"/>
                <a:cs typeface="Arial"/>
              </a:defRPr>
            </a:lvl9pPr>
          </a:lstStyle>
          <a:p xmlns:a="http://schemas.openxmlformats.org/drawingml/2006/main">
            <a:pPr algn="l">
              <a:defRPr sz="1875" b="0">
                <a:solidFill>
                  <a:srgbClr val="173B4B"/>
                </a:solidFill>
                <a:latin typeface="Arial"/>
                <a:ea typeface="Arial"/>
                <a:cs typeface="Arial"/>
              </a:defRPr>
            </a:pPr>
            <a:r>
              <a:rPr sz="1875" b="0">
                <a:solidFill>
                  <a:srgbClr val="173B4B"/>
                </a:solidFill>
                <a:latin typeface="Arial"/>
                <a:ea typeface="Arial"/>
                <a:cs typeface="Arial"/>
              </a:rPr>
              <a:t>Labour 1,980 + resources 30</a:t>
            </a:r>
          </a:p>
          <a:p xmlns:a="http://schemas.openxmlformats.org/drawingml/2006/main">
            <a:pPr algn="l">
              <a:defRPr sz="1875" b="0">
                <a:solidFill>
                  <a:srgbClr val="173B4B"/>
                </a:solidFill>
                <a:latin typeface="Arial"/>
                <a:ea typeface="Arial"/>
                <a:cs typeface="Arial"/>
              </a:defRPr>
            </a:pPr>
            <a:r>
              <a:rPr sz="1875" b="0">
                <a:solidFill>
                  <a:srgbClr val="173B4B"/>
                </a:solidFill>
                <a:latin typeface="Arial"/>
                <a:ea typeface="Arial"/>
                <a:cs typeface="Arial"/>
              </a:rPr>
              <a:t>+ 10% contingency 201</a:t>
            </a:r>
          </a:p>
        </p:txBody>
      </p:sp>
      <p:sp>
        <p:nvSpPr>
          <p:cNvPr id="15" name="text">
            <a:extLst xmlns:a="http://schemas.openxmlformats.org/drawingml/2006/main">
              <a:ext uri="{FF2B5EF4-FFF2-40B4-BE49-F238E27FC236}">
                <a16:creationId xmlns:a16="http://schemas.microsoft.com/office/drawing/2014/main" id="{99D0406E-2FB1-425C-AA0A-D109ECE78A71}"/>
              </a:ext>
            </a:extLst>
          </p:cNvPr>
          <p:cNvSpPr>
            <a:spLocks xmlns:a="http://schemas.openxmlformats.org/drawingml/2006/main" noGrp="1"/>
          </p:cNvSpPr>
          <p:nvPr/>
        </p:nvSpPr>
        <p:spPr>
          <a:xfrm xmlns:a="http://schemas.openxmlformats.org/drawingml/2006/main">
            <a:off x="609600" y="6000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A6F76"/>
                </a:solidFill>
                <a:latin typeface="Arial"/>
                <a:ea typeface="Arial"/>
                <a:cs typeface="Arial"/>
              </a:defRPr>
            </a:defPPr>
            <a:lvl1pPr algn="l">
              <a:defRPr sz="1500" b="0">
                <a:solidFill>
                  <a:srgbClr val="5A6F76"/>
                </a:solidFill>
                <a:latin typeface="Arial"/>
                <a:ea typeface="Arial"/>
                <a:cs typeface="Arial"/>
              </a:defRPr>
            </a:lvl1pPr>
            <a:lvl2pPr algn="l">
              <a:defRPr sz="1500" b="0">
                <a:solidFill>
                  <a:srgbClr val="5A6F76"/>
                </a:solidFill>
                <a:latin typeface="Arial"/>
                <a:ea typeface="Arial"/>
                <a:cs typeface="Arial"/>
              </a:defRPr>
            </a:lvl2pPr>
            <a:lvl3pPr algn="l">
              <a:defRPr sz="1500" b="0">
                <a:solidFill>
                  <a:srgbClr val="5A6F76"/>
                </a:solidFill>
                <a:latin typeface="Arial"/>
                <a:ea typeface="Arial"/>
                <a:cs typeface="Arial"/>
              </a:defRPr>
            </a:lvl3pPr>
            <a:lvl4pPr algn="l">
              <a:defRPr sz="1500" b="0">
                <a:solidFill>
                  <a:srgbClr val="5A6F76"/>
                </a:solidFill>
                <a:latin typeface="Arial"/>
                <a:ea typeface="Arial"/>
                <a:cs typeface="Arial"/>
              </a:defRPr>
            </a:lvl4pPr>
            <a:lvl5pPr algn="l">
              <a:defRPr sz="1500" b="0">
                <a:solidFill>
                  <a:srgbClr val="5A6F76"/>
                </a:solidFill>
                <a:latin typeface="Arial"/>
                <a:ea typeface="Arial"/>
                <a:cs typeface="Arial"/>
              </a:defRPr>
            </a:lvl5pPr>
            <a:lvl6pPr algn="l">
              <a:defRPr sz="1500" b="0">
                <a:solidFill>
                  <a:srgbClr val="5A6F76"/>
                </a:solidFill>
                <a:latin typeface="Arial"/>
                <a:ea typeface="Arial"/>
                <a:cs typeface="Arial"/>
              </a:defRPr>
            </a:lvl6pPr>
            <a:lvl7pPr algn="l">
              <a:defRPr sz="1500" b="0">
                <a:solidFill>
                  <a:srgbClr val="5A6F76"/>
                </a:solidFill>
                <a:latin typeface="Arial"/>
                <a:ea typeface="Arial"/>
                <a:cs typeface="Arial"/>
              </a:defRPr>
            </a:lvl7pPr>
            <a:lvl8pPr algn="l">
              <a:defRPr sz="1500" b="0">
                <a:solidFill>
                  <a:srgbClr val="5A6F76"/>
                </a:solidFill>
                <a:latin typeface="Arial"/>
                <a:ea typeface="Arial"/>
                <a:cs typeface="Arial"/>
              </a:defRPr>
            </a:lvl8pPr>
            <a:lvl9pPr algn="l">
              <a:defRPr sz="1500" b="0">
                <a:solidFill>
                  <a:srgbClr val="5A6F76"/>
                </a:solidFill>
                <a:latin typeface="Arial"/>
                <a:ea typeface="Arial"/>
                <a:cs typeface="Arial"/>
              </a:defRPr>
            </a:lvl9pPr>
          </a:lstStyle>
          <a:p xmlns:a="http://schemas.openxmlformats.org/drawingml/2006/main">
            <a:pPr algn="l">
              <a:defRPr sz="1500" b="0">
                <a:solidFill>
                  <a:srgbClr val="5A6F76"/>
                </a:solidFill>
                <a:latin typeface="Arial"/>
                <a:ea typeface="Arial"/>
                <a:cs typeface="Arial"/>
              </a:defRPr>
            </a:pPr>
            <a:r>
              <a:rPr sz="1500" b="0">
                <a:solidFill>
                  <a:srgbClr val="5A6F76"/>
                </a:solidFill>
                <a:latin typeface="Arial"/>
                <a:ea typeface="Arial"/>
                <a:cs typeface="Arial"/>
              </a:rPr>
              <a:t>Planning examples and estimates; no claim of completed student hours or meetings.</a:t>
            </a:r>
          </a:p>
        </p:txBody>
      </p:sp>
    </p:spTree>
    <p:extLst>
      <p:ext uri="{BB962C8B-B14F-4D97-AF65-F5344CB8AC3E}">
        <p14:creationId xmlns:p14="http://schemas.microsoft.com/office/powerpoint/2010/main" val="891704194"/>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9B3CF0EE-D6A1-4F76-8576-F293E9958661}"/>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452ED5A8-753C-4424-B88B-FB97A5A65B62}"/>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Object-oriented structure</a:t>
            </a:r>
          </a:p>
        </p:txBody>
      </p:sp>
      <p:sp>
        <p:nvSpPr>
          <p:cNvPr id="3" name="speaker-time">
            <a:extLst xmlns:a="http://schemas.openxmlformats.org/drawingml/2006/main">
              <a:ext uri="{FF2B5EF4-FFF2-40B4-BE49-F238E27FC236}">
                <a16:creationId xmlns:a16="http://schemas.microsoft.com/office/drawing/2014/main" id="{C31F357D-35C6-4810-9C0F-F7F3C146AA22}"/>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Bin Wang  |  05:00–06:30</a:t>
            </a:r>
          </a:p>
        </p:txBody>
      </p:sp>
      <p:sp>
        <p:nvSpPr>
          <p:cNvPr id="4" name="page">
            <a:extLst xmlns:a="http://schemas.openxmlformats.org/drawingml/2006/main">
              <a:ext uri="{FF2B5EF4-FFF2-40B4-BE49-F238E27FC236}">
                <a16:creationId xmlns:a16="http://schemas.microsoft.com/office/drawing/2014/main" id="{8A59C2A7-66C3-412B-BEA5-4CCCC12959DA}"/>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05 / 12</a:t>
            </a:r>
          </a:p>
        </p:txBody>
      </p:sp>
      <p:graphicFrame>
        <p:nvGraphicFramePr>
          <p:cNvPr id="5" name="">
            <a:extLst xmlns:a="http://schemas.openxmlformats.org/drawingml/2006/main">
              <a:ext uri="{FF2B5EF4-FFF2-40B4-BE49-F238E27FC236}">
                <a16:creationId xmlns:a16="http://schemas.microsoft.com/office/drawing/2014/main" id="{DB9C5BB1-8194-46E1-96B2-93E3698E0EBE}"/>
              </a:ext>
            </a:extLst>
          </p:cNvPr>
          <p:cNvGraphicFramePr/>
          <p:nvPr/>
        </p:nvGraphicFramePr>
        <p:xfrm>
          <a:off xmlns:a="http://schemas.openxmlformats.org/drawingml/2006/main" x="609600" y="1809750"/>
          <a:ext xmlns:a="http://schemas.openxmlformats.org/drawingml/2006/main" cx="10972800" cy="3333750"/>
        </p:xfrm>
        <a:graphic xmlns:a="http://schemas.openxmlformats.org/drawingml/2006/main">
          <a:graphicData uri="http://schemas.openxmlformats.org/drawingml/2006/table">
            <a:tbl>
              <a:tblPr/>
              <a:tblGrid>
                <a:gridCol w="2381250"/>
                <a:gridCol w="3667125"/>
                <a:gridCol w="4924425"/>
              </a:tblGrid>
              <a:tr h="666750">
                <a:tc>
                  <a:txBody>
                    <a:bodyPr lIns="0" tIns="0" rIns="0" bIns="0">
                      <a:noAutofit/>
                    </a:bodyPr>
                    <a:lstStyle/>
                    <a:p>
                      <a:r>
                        <a:rPr sz="1875" b="1">
                          <a:solidFill>
                            <a:srgbClr val="FFFFFF"/>
                          </a:solidFill>
                          <a:latin typeface="Arial"/>
                          <a:ea typeface="Arial"/>
                          <a:cs typeface="Arial"/>
                        </a:rPr>
                        <a:t>Responsibility</a:t>
                      </a:r>
                    </a:p>
                  </a:txBody>
                  <a:tcPr marL="133350" marR="114300" marT="95250" marB="76200" anchor="ctr">
                    <a:lnL w="6668">
                      <a:solidFill>
                        <a:srgbClr val="D5E0DA"/>
                      </a:solidFill>
                      <a:prstDash val="solid"/>
                    </a:lnL>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875" b="1">
                          <a:solidFill>
                            <a:srgbClr val="FFFFFF"/>
                          </a:solidFill>
                          <a:latin typeface="Arial"/>
                          <a:ea typeface="Arial"/>
                          <a:cs typeface="Arial"/>
                        </a:rPr>
                        <a:t>Objects / entry points</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875" b="1">
                          <a:solidFill>
                            <a:srgbClr val="FFFFFF"/>
                          </a:solidFill>
                          <a:latin typeface="Arial"/>
                          <a:ea typeface="Arial"/>
                          <a:cs typeface="Arial"/>
                        </a:rPr>
                        <a:t>Purpose</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r>
              <a:tr h="666750">
                <a:tc>
                  <a:txBody>
                    <a:bodyPr lIns="0" tIns="0" rIns="0" bIns="0">
                      <a:noAutofit/>
                    </a:bodyPr>
                    <a:lstStyle/>
                    <a:p>
                      <a:r>
                        <a:rPr sz="1875" b="0">
                          <a:solidFill>
                            <a:srgbClr val="173B4B"/>
                          </a:solidFill>
                          <a:latin typeface="Arial"/>
                          <a:ea typeface="Arial"/>
                          <a:cs typeface="Arial"/>
                        </a:rPr>
                        <a:t>Interface</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LoanApp / app.py</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GUI and terminal inputs</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666750">
                <a:tc>
                  <a:txBody>
                    <a:bodyPr lIns="0" tIns="0" rIns="0" bIns="0">
                      <a:noAutofit/>
                    </a:bodyPr>
                    <a:lstStyle/>
                    <a:p>
                      <a:r>
                        <a:rPr sz="1875" b="0">
                          <a:solidFill>
                            <a:srgbClr val="173B4B"/>
                          </a:solidFill>
                          <a:latin typeface="Arial"/>
                          <a:ea typeface="Arial"/>
                          <a:cs typeface="Arial"/>
                        </a:rPr>
                        <a:t>Business rules</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LoanService</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Validate borrowing and returns</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r h="666750">
                <a:tc>
                  <a:txBody>
                    <a:bodyPr lIns="0" tIns="0" rIns="0" bIns="0">
                      <a:noAutofit/>
                    </a:bodyPr>
                    <a:lstStyle/>
                    <a:p>
                      <a:r>
                        <a:rPr sz="1875" b="0">
                          <a:solidFill>
                            <a:srgbClr val="173B4B"/>
                          </a:solidFill>
                          <a:latin typeface="Arial"/>
                          <a:ea typeface="Arial"/>
                          <a:cs typeface="Arial"/>
                        </a:rPr>
                        <a:t>Storage</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EquipmentRepository</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Read, write and migrate SQLite</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666750">
                <a:tc>
                  <a:txBody>
                    <a:bodyPr lIns="0" tIns="0" rIns="0" bIns="0">
                      <a:noAutofit/>
                    </a:bodyPr>
                    <a:lstStyle/>
                    <a:p>
                      <a:r>
                        <a:rPr sz="1875" b="0">
                          <a:solidFill>
                            <a:srgbClr val="173B4B"/>
                          </a:solidFill>
                          <a:latin typeface="Arial"/>
                          <a:ea typeface="Arial"/>
                          <a:cs typeface="Arial"/>
                        </a:rPr>
                        <a:t>Domain data</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Equipment / Loan</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Carry equipment and loan data</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bl>
          </a:graphicData>
        </a:graphic>
      </p:graphicFrame>
      <p:sp>
        <p:nvSpPr>
          <p:cNvPr id="6" name="text">
            <a:extLst xmlns:a="http://schemas.openxmlformats.org/drawingml/2006/main">
              <a:ext uri="{FF2B5EF4-FFF2-40B4-BE49-F238E27FC236}">
                <a16:creationId xmlns:a16="http://schemas.microsoft.com/office/drawing/2014/main" id="{86316DD0-98B1-4406-B7E8-B42E1A177FEC}"/>
              </a:ext>
            </a:extLst>
          </p:cNvPr>
          <p:cNvSpPr>
            <a:spLocks xmlns:a="http://schemas.openxmlformats.org/drawingml/2006/main" noGrp="1"/>
          </p:cNvSpPr>
          <p:nvPr/>
        </p:nvSpPr>
        <p:spPr>
          <a:xfrm xmlns:a="http://schemas.openxmlformats.org/drawingml/2006/main">
            <a:off x="609600" y="5448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A6F6B"/>
                </a:solidFill>
                <a:latin typeface="Arial"/>
                <a:ea typeface="Arial"/>
                <a:cs typeface="Arial"/>
              </a:defRPr>
            </a:defPPr>
            <a:lvl1pPr algn="l">
              <a:defRPr sz="2250" b="1">
                <a:solidFill>
                  <a:srgbClr val="2A6F6B"/>
                </a:solidFill>
                <a:latin typeface="Arial"/>
                <a:ea typeface="Arial"/>
                <a:cs typeface="Arial"/>
              </a:defRPr>
            </a:lvl1pPr>
            <a:lvl2pPr algn="l">
              <a:defRPr sz="2250" b="1">
                <a:solidFill>
                  <a:srgbClr val="2A6F6B"/>
                </a:solidFill>
                <a:latin typeface="Arial"/>
                <a:ea typeface="Arial"/>
                <a:cs typeface="Arial"/>
              </a:defRPr>
            </a:lvl2pPr>
            <a:lvl3pPr algn="l">
              <a:defRPr sz="2250" b="1">
                <a:solidFill>
                  <a:srgbClr val="2A6F6B"/>
                </a:solidFill>
                <a:latin typeface="Arial"/>
                <a:ea typeface="Arial"/>
                <a:cs typeface="Arial"/>
              </a:defRPr>
            </a:lvl3pPr>
            <a:lvl4pPr algn="l">
              <a:defRPr sz="2250" b="1">
                <a:solidFill>
                  <a:srgbClr val="2A6F6B"/>
                </a:solidFill>
                <a:latin typeface="Arial"/>
                <a:ea typeface="Arial"/>
                <a:cs typeface="Arial"/>
              </a:defRPr>
            </a:lvl4pPr>
            <a:lvl5pPr algn="l">
              <a:defRPr sz="2250" b="1">
                <a:solidFill>
                  <a:srgbClr val="2A6F6B"/>
                </a:solidFill>
                <a:latin typeface="Arial"/>
                <a:ea typeface="Arial"/>
                <a:cs typeface="Arial"/>
              </a:defRPr>
            </a:lvl5pPr>
            <a:lvl6pPr algn="l">
              <a:defRPr sz="2250" b="1">
                <a:solidFill>
                  <a:srgbClr val="2A6F6B"/>
                </a:solidFill>
                <a:latin typeface="Arial"/>
                <a:ea typeface="Arial"/>
                <a:cs typeface="Arial"/>
              </a:defRPr>
            </a:lvl6pPr>
            <a:lvl7pPr algn="l">
              <a:defRPr sz="2250" b="1">
                <a:solidFill>
                  <a:srgbClr val="2A6F6B"/>
                </a:solidFill>
                <a:latin typeface="Arial"/>
                <a:ea typeface="Arial"/>
                <a:cs typeface="Arial"/>
              </a:defRPr>
            </a:lvl7pPr>
            <a:lvl8pPr algn="l">
              <a:defRPr sz="2250" b="1">
                <a:solidFill>
                  <a:srgbClr val="2A6F6B"/>
                </a:solidFill>
                <a:latin typeface="Arial"/>
                <a:ea typeface="Arial"/>
                <a:cs typeface="Arial"/>
              </a:defRPr>
            </a:lvl8pPr>
            <a:lvl9pPr algn="l">
              <a:defRPr sz="2250" b="1">
                <a:solidFill>
                  <a:srgbClr val="2A6F6B"/>
                </a:solidFill>
                <a:latin typeface="Arial"/>
                <a:ea typeface="Arial"/>
                <a:cs typeface="Arial"/>
              </a:defRPr>
            </a:lvl9pPr>
          </a:lstStyle>
          <a:p xmlns:a="http://schemas.openxmlformats.org/drawingml/2006/main">
            <a:pPr algn="l">
              <a:defRPr sz="2250" b="1">
                <a:solidFill>
                  <a:srgbClr val="2A6F6B"/>
                </a:solidFill>
                <a:latin typeface="Arial"/>
                <a:ea typeface="Arial"/>
                <a:cs typeface="Arial"/>
              </a:defRPr>
            </a:pPr>
            <a:r>
              <a:rPr sz="2250" b="1">
                <a:solidFill>
                  <a:srgbClr val="2A6F6B"/>
                </a:solidFill>
                <a:latin typeface="Arial"/>
                <a:ea typeface="Arial"/>
                <a:cs typeface="Arial"/>
              </a:rPr>
              <a:t>Both interfaces use one LoanService.</a:t>
            </a:r>
          </a:p>
        </p:txBody>
      </p:sp>
      <p:sp>
        <p:nvSpPr>
          <p:cNvPr id="7" name="text">
            <a:extLst xmlns:a="http://schemas.openxmlformats.org/drawingml/2006/main">
              <a:ext uri="{FF2B5EF4-FFF2-40B4-BE49-F238E27FC236}">
                <a16:creationId xmlns:a16="http://schemas.microsoft.com/office/drawing/2014/main" id="{7D9DF1B6-9788-4743-965E-4620BE3D5163}"/>
              </a:ext>
            </a:extLst>
          </p:cNvPr>
          <p:cNvSpPr>
            <a:spLocks xmlns:a="http://schemas.openxmlformats.org/drawingml/2006/main" noGrp="1"/>
          </p:cNvSpPr>
          <p:nvPr/>
        </p:nvSpPr>
        <p:spPr>
          <a:xfrm xmlns:a="http://schemas.openxmlformats.org/drawingml/2006/main">
            <a:off x="609600" y="591502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A6F76"/>
                </a:solidFill>
                <a:latin typeface="Arial"/>
                <a:ea typeface="Arial"/>
                <a:cs typeface="Arial"/>
              </a:defRPr>
            </a:defPPr>
            <a:lvl1pPr algn="l">
              <a:defRPr sz="1800" b="0">
                <a:solidFill>
                  <a:srgbClr val="5A6F76"/>
                </a:solidFill>
                <a:latin typeface="Arial"/>
                <a:ea typeface="Arial"/>
                <a:cs typeface="Arial"/>
              </a:defRPr>
            </a:lvl1pPr>
            <a:lvl2pPr algn="l">
              <a:defRPr sz="1800" b="0">
                <a:solidFill>
                  <a:srgbClr val="5A6F76"/>
                </a:solidFill>
                <a:latin typeface="Arial"/>
                <a:ea typeface="Arial"/>
                <a:cs typeface="Arial"/>
              </a:defRPr>
            </a:lvl2pPr>
            <a:lvl3pPr algn="l">
              <a:defRPr sz="1800" b="0">
                <a:solidFill>
                  <a:srgbClr val="5A6F76"/>
                </a:solidFill>
                <a:latin typeface="Arial"/>
                <a:ea typeface="Arial"/>
                <a:cs typeface="Arial"/>
              </a:defRPr>
            </a:lvl3pPr>
            <a:lvl4pPr algn="l">
              <a:defRPr sz="1800" b="0">
                <a:solidFill>
                  <a:srgbClr val="5A6F76"/>
                </a:solidFill>
                <a:latin typeface="Arial"/>
                <a:ea typeface="Arial"/>
                <a:cs typeface="Arial"/>
              </a:defRPr>
            </a:lvl4pPr>
            <a:lvl5pPr algn="l">
              <a:defRPr sz="1800" b="0">
                <a:solidFill>
                  <a:srgbClr val="5A6F76"/>
                </a:solidFill>
                <a:latin typeface="Arial"/>
                <a:ea typeface="Arial"/>
                <a:cs typeface="Arial"/>
              </a:defRPr>
            </a:lvl5pPr>
            <a:lvl6pPr algn="l">
              <a:defRPr sz="1800" b="0">
                <a:solidFill>
                  <a:srgbClr val="5A6F76"/>
                </a:solidFill>
                <a:latin typeface="Arial"/>
                <a:ea typeface="Arial"/>
                <a:cs typeface="Arial"/>
              </a:defRPr>
            </a:lvl6pPr>
            <a:lvl7pPr algn="l">
              <a:defRPr sz="1800" b="0">
                <a:solidFill>
                  <a:srgbClr val="5A6F76"/>
                </a:solidFill>
                <a:latin typeface="Arial"/>
                <a:ea typeface="Arial"/>
                <a:cs typeface="Arial"/>
              </a:defRPr>
            </a:lvl7pPr>
            <a:lvl8pPr algn="l">
              <a:defRPr sz="1800" b="0">
                <a:solidFill>
                  <a:srgbClr val="5A6F76"/>
                </a:solidFill>
                <a:latin typeface="Arial"/>
                <a:ea typeface="Arial"/>
                <a:cs typeface="Arial"/>
              </a:defRPr>
            </a:lvl8pPr>
            <a:lvl9pPr algn="l">
              <a:defRPr sz="1800" b="0">
                <a:solidFill>
                  <a:srgbClr val="5A6F76"/>
                </a:solidFill>
                <a:latin typeface="Arial"/>
                <a:ea typeface="Arial"/>
                <a:cs typeface="Arial"/>
              </a:defRPr>
            </a:lvl9pPr>
          </a:lstStyle>
          <a:p xmlns:a="http://schemas.openxmlformats.org/drawingml/2006/main">
            <a:pPr algn="l">
              <a:defRPr sz="1800" b="0">
                <a:solidFill>
                  <a:srgbClr val="5A6F76"/>
                </a:solidFill>
                <a:latin typeface="Arial"/>
                <a:ea typeface="Arial"/>
                <a:cs typeface="Arial"/>
              </a:defRPr>
            </a:pPr>
            <a:r>
              <a:rPr sz="1800" b="0">
                <a:solidFill>
                  <a:srgbClr val="5A6F76"/>
                </a:solidFill>
                <a:latin typeface="Arial"/>
                <a:ea typeface="Arial"/>
                <a:cs typeface="Arial"/>
              </a:rPr>
              <a:t>Composition: the service receives a repository object in its constructor.</a:t>
            </a:r>
          </a:p>
        </p:txBody>
      </p:sp>
    </p:spTree>
    <p:extLst>
      <p:ext uri="{BB962C8B-B14F-4D97-AF65-F5344CB8AC3E}">
        <p14:creationId xmlns:p14="http://schemas.microsoft.com/office/powerpoint/2010/main" val="133876444"/>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course">
            <a:extLst xmlns:a="http://schemas.openxmlformats.org/drawingml/2006/main">
              <a:ext uri="{FF2B5EF4-FFF2-40B4-BE49-F238E27FC236}">
                <a16:creationId xmlns:a16="http://schemas.microsoft.com/office/drawing/2014/main" id="{CD3722F6-AE93-4683-94A5-618CBD518B6E}"/>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29644B7A-A3BA-489B-B215-F6A94312BB25}"/>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Phone storage and older records</a:t>
            </a:r>
          </a:p>
        </p:txBody>
      </p:sp>
      <p:sp>
        <p:nvSpPr>
          <p:cNvPr id="3" name="speaker-time">
            <a:extLst xmlns:a="http://schemas.openxmlformats.org/drawingml/2006/main">
              <a:ext uri="{FF2B5EF4-FFF2-40B4-BE49-F238E27FC236}">
                <a16:creationId xmlns:a16="http://schemas.microsoft.com/office/drawing/2014/main" id="{141E332F-3917-48E0-9556-1DA72B450560}"/>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Bin Wang  |  06:30–07:15</a:t>
            </a:r>
          </a:p>
        </p:txBody>
      </p:sp>
      <p:sp>
        <p:nvSpPr>
          <p:cNvPr id="4" name="page">
            <a:extLst xmlns:a="http://schemas.openxmlformats.org/drawingml/2006/main">
              <a:ext uri="{FF2B5EF4-FFF2-40B4-BE49-F238E27FC236}">
                <a16:creationId xmlns:a16="http://schemas.microsoft.com/office/drawing/2014/main" id="{029491DB-836E-49AC-8CFF-37F7BA08A6B5}"/>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06 / 12</a:t>
            </a:r>
          </a:p>
        </p:txBody>
      </p:sp>
      <p:graphicFrame>
        <p:nvGraphicFramePr>
          <p:cNvPr id="5" name="">
            <a:extLst xmlns:a="http://schemas.openxmlformats.org/drawingml/2006/main">
              <a:ext uri="{FF2B5EF4-FFF2-40B4-BE49-F238E27FC236}">
                <a16:creationId xmlns:a16="http://schemas.microsoft.com/office/drawing/2014/main" id="{6F612E8A-B8CD-427F-A57D-D5D20D0C5D63}"/>
              </a:ext>
            </a:extLst>
          </p:cNvPr>
          <p:cNvGraphicFramePr/>
          <p:nvPr/>
        </p:nvGraphicFramePr>
        <p:xfrm>
          <a:off xmlns:a="http://schemas.openxmlformats.org/drawingml/2006/main" x="609600" y="1819275"/>
          <a:ext xmlns:a="http://schemas.openxmlformats.org/drawingml/2006/main" cx="10972800" cy="3333750"/>
        </p:xfrm>
        <a:graphic xmlns:a="http://schemas.openxmlformats.org/drawingml/2006/main">
          <a:graphicData uri="http://schemas.openxmlformats.org/drawingml/2006/table">
            <a:tbl>
              <a:tblPr/>
              <a:tblGrid>
                <a:gridCol w="3143250"/>
                <a:gridCol w="3095625"/>
                <a:gridCol w="4733925"/>
              </a:tblGrid>
              <a:tr h="666750">
                <a:tc>
                  <a:txBody>
                    <a:bodyPr lIns="0" tIns="0" rIns="0" bIns="0">
                      <a:noAutofit/>
                    </a:bodyPr>
                    <a:lstStyle/>
                    <a:p>
                      <a:r>
                        <a:rPr sz="1875" b="1">
                          <a:solidFill>
                            <a:srgbClr val="FFFFFF"/>
                          </a:solidFill>
                          <a:latin typeface="Arial"/>
                          <a:ea typeface="Arial"/>
                          <a:cs typeface="Arial"/>
                        </a:rPr>
                        <a:t>Field / behaviour</a:t>
                      </a:r>
                    </a:p>
                  </a:txBody>
                  <a:tcPr marL="133350" marR="114300" marT="95250" marB="76200" anchor="ctr">
                    <a:lnL w="6668">
                      <a:solidFill>
                        <a:srgbClr val="D5E0DA"/>
                      </a:solidFill>
                      <a:prstDash val="solid"/>
                    </a:lnL>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875" b="1">
                          <a:solidFill>
                            <a:srgbClr val="FFFFFF"/>
                          </a:solidFill>
                          <a:latin typeface="Arial"/>
                          <a:ea typeface="Arial"/>
                          <a:cs typeface="Arial"/>
                        </a:rPr>
                        <a:t>New loan</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c>
                  <a:txBody>
                    <a:bodyPr lIns="0" tIns="0" rIns="0" bIns="0">
                      <a:noAutofit/>
                    </a:bodyPr>
                    <a:lstStyle/>
                    <a:p>
                      <a:r>
                        <a:rPr sz="1875" b="1">
                          <a:solidFill>
                            <a:srgbClr val="FFFFFF"/>
                          </a:solidFill>
                          <a:latin typeface="Arial"/>
                          <a:ea typeface="Arial"/>
                          <a:cs typeface="Arial"/>
                        </a:rPr>
                        <a:t>Earlier loan after migration</a:t>
                      </a:r>
                    </a:p>
                  </a:txBody>
                  <a:tcPr marL="133350" marR="114300" marT="95250" marB="76200" anchor="ctr">
                    <a:lnR w="6668">
                      <a:solidFill>
                        <a:srgbClr val="D5E0DA"/>
                      </a:solidFill>
                      <a:prstDash val="solid"/>
                    </a:lnR>
                    <a:lnT w="6668">
                      <a:solidFill>
                        <a:srgbClr val="D5E0DA"/>
                      </a:solidFill>
                      <a:prstDash val="solid"/>
                    </a:lnT>
                    <a:lnB w="6668">
                      <a:solidFill>
                        <a:srgbClr val="D5E0DA"/>
                      </a:solidFill>
                      <a:prstDash val="solid"/>
                    </a:lnB>
                    <a:solidFill>
                      <a:srgbClr val="173B4B"/>
                    </a:solidFill>
                  </a:tcPr>
                </a:tc>
              </a:tr>
              <a:tr h="666750">
                <a:tc>
                  <a:txBody>
                    <a:bodyPr lIns="0" tIns="0" rIns="0" bIns="0">
                      <a:noAutofit/>
                    </a:bodyPr>
                    <a:lstStyle/>
                    <a:p>
                      <a:r>
                        <a:rPr sz="1875" b="0">
                          <a:solidFill>
                            <a:srgbClr val="173B4B"/>
                          </a:solidFill>
                          <a:latin typeface="Arial"/>
                          <a:ea typeface="Arial"/>
                          <a:cs typeface="Arial"/>
                        </a:rPr>
                        <a:t>Phone</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Required and validated</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Not recorded if missing</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666750">
                <a:tc>
                  <a:txBody>
                    <a:bodyPr lIns="0" tIns="0" rIns="0" bIns="0">
                      <a:noAutofit/>
                    </a:bodyPr>
                    <a:lstStyle/>
                    <a:p>
                      <a:r>
                        <a:rPr sz="1875" b="0">
                          <a:solidFill>
                            <a:srgbClr val="173B4B"/>
                          </a:solidFill>
                          <a:latin typeface="Arial"/>
                          <a:ea typeface="Arial"/>
                          <a:cs typeface="Arial"/>
                        </a:rPr>
                        <a:t>Existing identifiers</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New loan ID</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Preserved</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r h="666750">
                <a:tc>
                  <a:txBody>
                    <a:bodyPr lIns="0" tIns="0" rIns="0" bIns="0">
                      <a:noAutofit/>
                    </a:bodyPr>
                    <a:lstStyle/>
                    <a:p>
                      <a:r>
                        <a:rPr sz="1875" b="0">
                          <a:solidFill>
                            <a:srgbClr val="173B4B"/>
                          </a:solidFill>
                          <a:latin typeface="Arial"/>
                          <a:ea typeface="Arial"/>
                          <a:cs typeface="Arial"/>
                        </a:rPr>
                        <a:t>Earlier name and times</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Not applicable</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c>
                  <a:txBody>
                    <a:bodyPr lIns="0" tIns="0" rIns="0" bIns="0">
                      <a:noAutofit/>
                    </a:bodyPr>
                    <a:lstStyle/>
                    <a:p>
                      <a:r>
                        <a:rPr sz="1875" b="0">
                          <a:solidFill>
                            <a:srgbClr val="173B4B"/>
                          </a:solidFill>
                          <a:latin typeface="Arial"/>
                          <a:ea typeface="Arial"/>
                          <a:cs typeface="Arial"/>
                        </a:rPr>
                        <a:t>Preserved</a:t>
                      </a:r>
                    </a:p>
                  </a:txBody>
                  <a:tcPr marL="133350" marR="114300" marT="95250" marB="76200" anchor="ctr">
                    <a:lnR w="6668">
                      <a:solidFill>
                        <a:srgbClr val="D5E0DA"/>
                      </a:solidFill>
                      <a:prstDash val="solid"/>
                    </a:lnR>
                    <a:lnB w="6668">
                      <a:solidFill>
                        <a:srgbClr val="D5E0DA"/>
                      </a:solidFill>
                      <a:prstDash val="solid"/>
                    </a:lnB>
                    <a:solidFill>
                      <a:srgbClr val="FFFFFF"/>
                    </a:solidFill>
                  </a:tcPr>
                </a:tc>
              </a:tr>
              <a:tr h="666750">
                <a:tc>
                  <a:txBody>
                    <a:bodyPr lIns="0" tIns="0" rIns="0" bIns="0">
                      <a:noAutofit/>
                    </a:bodyPr>
                    <a:lstStyle/>
                    <a:p>
                      <a:r>
                        <a:rPr sz="1875" b="0">
                          <a:solidFill>
                            <a:srgbClr val="173B4B"/>
                          </a:solidFill>
                          <a:latin typeface="Arial"/>
                          <a:ea typeface="Arial"/>
                          <a:cs typeface="Arial"/>
                        </a:rPr>
                        <a:t>History</a:t>
                      </a:r>
                    </a:p>
                  </a:txBody>
                  <a:tcPr marL="133350" marR="114300" marT="95250" marB="76200" anchor="ctr">
                    <a:lnL w="6668">
                      <a:solidFill>
                        <a:srgbClr val="D5E0DA"/>
                      </a:solidFill>
                      <a:prstDash val="solid"/>
                    </a:lnL>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Retained on return</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c>
                  <a:txBody>
                    <a:bodyPr lIns="0" tIns="0" rIns="0" bIns="0">
                      <a:noAutofit/>
                    </a:bodyPr>
                    <a:lstStyle/>
                    <a:p>
                      <a:r>
                        <a:rPr sz="1875" b="0">
                          <a:solidFill>
                            <a:srgbClr val="173B4B"/>
                          </a:solidFill>
                          <a:latin typeface="Arial"/>
                          <a:ea typeface="Arial"/>
                          <a:cs typeface="Arial"/>
                        </a:rPr>
                        <a:t>Retained</a:t>
                      </a:r>
                    </a:p>
                  </a:txBody>
                  <a:tcPr marL="133350" marR="114300" marT="95250" marB="76200" anchor="ctr">
                    <a:lnR w="6668">
                      <a:solidFill>
                        <a:srgbClr val="D5E0DA"/>
                      </a:solidFill>
                      <a:prstDash val="solid"/>
                    </a:lnR>
                    <a:lnB w="6668">
                      <a:solidFill>
                        <a:srgbClr val="D5E0DA"/>
                      </a:solidFill>
                      <a:prstDash val="solid"/>
                    </a:lnB>
                    <a:solidFill>
                      <a:srgbClr val="EAF0EB"/>
                    </a:solidFill>
                  </a:tcPr>
                </a:tc>
              </a:tr>
            </a:tbl>
          </a:graphicData>
        </a:graphic>
      </p:graphicFrame>
      <p:sp>
        <p:nvSpPr>
          <p:cNvPr id="6" name="text">
            <a:extLst xmlns:a="http://schemas.openxmlformats.org/drawingml/2006/main">
              <a:ext uri="{FF2B5EF4-FFF2-40B4-BE49-F238E27FC236}">
                <a16:creationId xmlns:a16="http://schemas.microsoft.com/office/drawing/2014/main" id="{52F36DA5-4E8F-436D-A8F5-288C37B1F5FB}"/>
              </a:ext>
            </a:extLst>
          </p:cNvPr>
          <p:cNvSpPr>
            <a:spLocks xmlns:a="http://schemas.openxmlformats.org/drawingml/2006/main" noGrp="1"/>
          </p:cNvSpPr>
          <p:nvPr/>
        </p:nvSpPr>
        <p:spPr>
          <a:xfrm xmlns:a="http://schemas.openxmlformats.org/drawingml/2006/main">
            <a:off x="609600" y="5457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A6F6B"/>
                </a:solidFill>
                <a:latin typeface="Arial"/>
                <a:ea typeface="Arial"/>
                <a:cs typeface="Arial"/>
              </a:defRPr>
            </a:defPPr>
            <a:lvl1pPr algn="l">
              <a:defRPr sz="2250" b="1">
                <a:solidFill>
                  <a:srgbClr val="2A6F6B"/>
                </a:solidFill>
                <a:latin typeface="Arial"/>
                <a:ea typeface="Arial"/>
                <a:cs typeface="Arial"/>
              </a:defRPr>
            </a:lvl1pPr>
            <a:lvl2pPr algn="l">
              <a:defRPr sz="2250" b="1">
                <a:solidFill>
                  <a:srgbClr val="2A6F6B"/>
                </a:solidFill>
                <a:latin typeface="Arial"/>
                <a:ea typeface="Arial"/>
                <a:cs typeface="Arial"/>
              </a:defRPr>
            </a:lvl2pPr>
            <a:lvl3pPr algn="l">
              <a:defRPr sz="2250" b="1">
                <a:solidFill>
                  <a:srgbClr val="2A6F6B"/>
                </a:solidFill>
                <a:latin typeface="Arial"/>
                <a:ea typeface="Arial"/>
                <a:cs typeface="Arial"/>
              </a:defRPr>
            </a:lvl3pPr>
            <a:lvl4pPr algn="l">
              <a:defRPr sz="2250" b="1">
                <a:solidFill>
                  <a:srgbClr val="2A6F6B"/>
                </a:solidFill>
                <a:latin typeface="Arial"/>
                <a:ea typeface="Arial"/>
                <a:cs typeface="Arial"/>
              </a:defRPr>
            </a:lvl4pPr>
            <a:lvl5pPr algn="l">
              <a:defRPr sz="2250" b="1">
                <a:solidFill>
                  <a:srgbClr val="2A6F6B"/>
                </a:solidFill>
                <a:latin typeface="Arial"/>
                <a:ea typeface="Arial"/>
                <a:cs typeface="Arial"/>
              </a:defRPr>
            </a:lvl5pPr>
            <a:lvl6pPr algn="l">
              <a:defRPr sz="2250" b="1">
                <a:solidFill>
                  <a:srgbClr val="2A6F6B"/>
                </a:solidFill>
                <a:latin typeface="Arial"/>
                <a:ea typeface="Arial"/>
                <a:cs typeface="Arial"/>
              </a:defRPr>
            </a:lvl6pPr>
            <a:lvl7pPr algn="l">
              <a:defRPr sz="2250" b="1">
                <a:solidFill>
                  <a:srgbClr val="2A6F6B"/>
                </a:solidFill>
                <a:latin typeface="Arial"/>
                <a:ea typeface="Arial"/>
                <a:cs typeface="Arial"/>
              </a:defRPr>
            </a:lvl7pPr>
            <a:lvl8pPr algn="l">
              <a:defRPr sz="2250" b="1">
                <a:solidFill>
                  <a:srgbClr val="2A6F6B"/>
                </a:solidFill>
                <a:latin typeface="Arial"/>
                <a:ea typeface="Arial"/>
                <a:cs typeface="Arial"/>
              </a:defRPr>
            </a:lvl8pPr>
            <a:lvl9pPr algn="l">
              <a:defRPr sz="2250" b="1">
                <a:solidFill>
                  <a:srgbClr val="2A6F6B"/>
                </a:solidFill>
                <a:latin typeface="Arial"/>
                <a:ea typeface="Arial"/>
                <a:cs typeface="Arial"/>
              </a:defRPr>
            </a:lvl9pPr>
          </a:lstStyle>
          <a:p xmlns:a="http://schemas.openxmlformats.org/drawingml/2006/main">
            <a:pPr algn="l">
              <a:defRPr sz="2250" b="1">
                <a:solidFill>
                  <a:srgbClr val="2A6F6B"/>
                </a:solidFill>
                <a:latin typeface="Arial"/>
                <a:ea typeface="Arial"/>
                <a:cs typeface="Arial"/>
              </a:defRPr>
            </a:pPr>
            <a:r>
              <a:rPr sz="2250" b="1">
                <a:solidFill>
                  <a:srgbClr val="2A6F6B"/>
                </a:solidFill>
                <a:latin typeface="Arial"/>
                <a:ea typeface="Arial"/>
                <a:cs typeface="Arial"/>
              </a:rPr>
              <a:t>Add borrower_phone without deleting earlier loans.</a:t>
            </a:r>
          </a:p>
        </p:txBody>
      </p:sp>
      <p:sp>
        <p:nvSpPr>
          <p:cNvPr id="7" name="text">
            <a:extLst xmlns:a="http://schemas.openxmlformats.org/drawingml/2006/main">
              <a:ext uri="{FF2B5EF4-FFF2-40B4-BE49-F238E27FC236}">
                <a16:creationId xmlns:a16="http://schemas.microsoft.com/office/drawing/2014/main" id="{F5DE2625-55C4-44A9-80AF-AC3FFF96D627}"/>
              </a:ext>
            </a:extLst>
          </p:cNvPr>
          <p:cNvSpPr>
            <a:spLocks xmlns:a="http://schemas.openxmlformats.org/drawingml/2006/main" noGrp="1"/>
          </p:cNvSpPr>
          <p:nvPr/>
        </p:nvSpPr>
        <p:spPr>
          <a:xfrm xmlns:a="http://schemas.openxmlformats.org/drawingml/2006/main">
            <a:off x="609600" y="5943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A6F76"/>
                </a:solidFill>
                <a:latin typeface="Arial"/>
                <a:ea typeface="Arial"/>
                <a:cs typeface="Arial"/>
              </a:defRPr>
            </a:defPPr>
            <a:lvl1pPr algn="l">
              <a:defRPr sz="1725" b="0">
                <a:solidFill>
                  <a:srgbClr val="5A6F76"/>
                </a:solidFill>
                <a:latin typeface="Arial"/>
                <a:ea typeface="Arial"/>
                <a:cs typeface="Arial"/>
              </a:defRPr>
            </a:lvl1pPr>
            <a:lvl2pPr algn="l">
              <a:defRPr sz="1725" b="0">
                <a:solidFill>
                  <a:srgbClr val="5A6F76"/>
                </a:solidFill>
                <a:latin typeface="Arial"/>
                <a:ea typeface="Arial"/>
                <a:cs typeface="Arial"/>
              </a:defRPr>
            </a:lvl2pPr>
            <a:lvl3pPr algn="l">
              <a:defRPr sz="1725" b="0">
                <a:solidFill>
                  <a:srgbClr val="5A6F76"/>
                </a:solidFill>
                <a:latin typeface="Arial"/>
                <a:ea typeface="Arial"/>
                <a:cs typeface="Arial"/>
              </a:defRPr>
            </a:lvl3pPr>
            <a:lvl4pPr algn="l">
              <a:defRPr sz="1725" b="0">
                <a:solidFill>
                  <a:srgbClr val="5A6F76"/>
                </a:solidFill>
                <a:latin typeface="Arial"/>
                <a:ea typeface="Arial"/>
                <a:cs typeface="Arial"/>
              </a:defRPr>
            </a:lvl4pPr>
            <a:lvl5pPr algn="l">
              <a:defRPr sz="1725" b="0">
                <a:solidFill>
                  <a:srgbClr val="5A6F76"/>
                </a:solidFill>
                <a:latin typeface="Arial"/>
                <a:ea typeface="Arial"/>
                <a:cs typeface="Arial"/>
              </a:defRPr>
            </a:lvl5pPr>
            <a:lvl6pPr algn="l">
              <a:defRPr sz="1725" b="0">
                <a:solidFill>
                  <a:srgbClr val="5A6F76"/>
                </a:solidFill>
                <a:latin typeface="Arial"/>
                <a:ea typeface="Arial"/>
                <a:cs typeface="Arial"/>
              </a:defRPr>
            </a:lvl6pPr>
            <a:lvl7pPr algn="l">
              <a:defRPr sz="1725" b="0">
                <a:solidFill>
                  <a:srgbClr val="5A6F76"/>
                </a:solidFill>
                <a:latin typeface="Arial"/>
                <a:ea typeface="Arial"/>
                <a:cs typeface="Arial"/>
              </a:defRPr>
            </a:lvl7pPr>
            <a:lvl8pPr algn="l">
              <a:defRPr sz="1725" b="0">
                <a:solidFill>
                  <a:srgbClr val="5A6F76"/>
                </a:solidFill>
                <a:latin typeface="Arial"/>
                <a:ea typeface="Arial"/>
                <a:cs typeface="Arial"/>
              </a:defRPr>
            </a:lvl8pPr>
            <a:lvl9pPr algn="l">
              <a:defRPr sz="1725" b="0">
                <a:solidFill>
                  <a:srgbClr val="5A6F76"/>
                </a:solidFill>
                <a:latin typeface="Arial"/>
                <a:ea typeface="Arial"/>
                <a:cs typeface="Arial"/>
              </a:defRPr>
            </a:lvl9pPr>
          </a:lstStyle>
          <a:p xmlns:a="http://schemas.openxmlformats.org/drawingml/2006/main">
            <a:pPr algn="l">
              <a:defRPr sz="1725" b="0">
                <a:solidFill>
                  <a:srgbClr val="5A6F76"/>
                </a:solidFill>
                <a:latin typeface="Arial"/>
                <a:ea typeface="Arial"/>
                <a:cs typeface="Arial"/>
              </a:defRPr>
            </a:pPr>
            <a:r>
              <a:rPr sz="1725" b="0">
                <a:solidFill>
                  <a:srgbClr val="5A6F76"/>
                </a:solidFill>
                <a:latin typeface="Arial"/>
                <a:ea typeface="Arial"/>
                <a:cs typeface="Arial"/>
              </a:rPr>
              <a:t>Missing historical information stays visible; the program does not invent contacts.</a:t>
            </a:r>
          </a:p>
        </p:txBody>
      </p:sp>
    </p:spTree>
    <p:extLst>
      <p:ext uri="{BB962C8B-B14F-4D97-AF65-F5344CB8AC3E}">
        <p14:creationId xmlns:p14="http://schemas.microsoft.com/office/powerpoint/2010/main" val="1154764523"/>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course">
            <a:extLst xmlns:a="http://schemas.openxmlformats.org/drawingml/2006/main">
              <a:ext uri="{FF2B5EF4-FFF2-40B4-BE49-F238E27FC236}">
                <a16:creationId xmlns:a16="http://schemas.microsoft.com/office/drawing/2014/main" id="{F06910A4-93D7-4E19-953F-45DB22189823}"/>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76D45F7D-215B-4607-9979-963F97D0FDBC}"/>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Live GUI demonstration</a:t>
            </a:r>
          </a:p>
        </p:txBody>
      </p:sp>
      <p:sp>
        <p:nvSpPr>
          <p:cNvPr id="3" name="speaker-time">
            <a:extLst xmlns:a="http://schemas.openxmlformats.org/drawingml/2006/main">
              <a:ext uri="{FF2B5EF4-FFF2-40B4-BE49-F238E27FC236}">
                <a16:creationId xmlns:a16="http://schemas.microsoft.com/office/drawing/2014/main" id="{7769476E-16FD-42CC-AF6F-84FE0276CFD7}"/>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Bin Wang  |  07:15–09:30</a:t>
            </a:r>
          </a:p>
        </p:txBody>
      </p:sp>
      <p:sp>
        <p:nvSpPr>
          <p:cNvPr id="4" name="page">
            <a:extLst xmlns:a="http://schemas.openxmlformats.org/drawingml/2006/main">
              <a:ext uri="{FF2B5EF4-FFF2-40B4-BE49-F238E27FC236}">
                <a16:creationId xmlns:a16="http://schemas.microsoft.com/office/drawing/2014/main" id="{D604F45F-9DBE-428B-A2F2-1B35424DCEDC}"/>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07 / 12</a:t>
            </a:r>
          </a:p>
        </p:txBody>
      </p:sp>
      <p:pic>
        <p:nvPicPr>
          <p:cNvPr id="5" name="">
            <a:extLst xmlns:a="http://schemas.openxmlformats.org/drawingml/2006/main">
              <a:ext uri="{FF2B5EF4-FFF2-40B4-BE49-F238E27FC236}">
                <a16:creationId xmlns:a16="http://schemas.microsoft.com/office/drawing/2014/main" id="{0CDE452E-48AF-4E5B-B8EB-BC208AA89F1D}"/>
              </a:ext>
            </a:extLst>
          </p:cNvPr>
          <p:cNvPicPr>
            <a:picLocks xmlns:a="http://schemas.openxmlformats.org/drawingml/2006/main" noChangeAspect="1"/>
          </p:cNvPicPr>
          <p:nvPr/>
        </p:nvPicPr>
        <p:blipFill>
          <a:blip xmlns:r="http://schemas.openxmlformats.org/officeDocument/2006/relationships" xmlns:a="http://schemas.openxmlformats.org/drawingml/2006/main" r:embed="R802a0c8e4f8b42ab"/>
          <a:stretch xmlns:a="http://schemas.openxmlformats.org/drawingml/2006/main"/>
        </p:blipFill>
        <p:spPr>
          <a:xfrm xmlns:a="http://schemas.openxmlformats.org/drawingml/2006/main">
            <a:off x="1019819" y="1619250"/>
            <a:ext cx="6132812" cy="45339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D80DA165-7455-41B4-83CC-90B835C17E75}"/>
              </a:ext>
            </a:extLst>
          </p:cNvPr>
          <p:cNvSpPr>
            <a:spLocks xmlns:a="http://schemas.openxmlformats.org/drawingml/2006/main" noGrp="1"/>
          </p:cNvSpPr>
          <p:nvPr/>
        </p:nvSpPr>
        <p:spPr>
          <a:xfrm xmlns:a="http://schemas.openxmlformats.org/drawingml/2006/main">
            <a:off x="7991475" y="1714500"/>
            <a:ext cx="359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A6F6B"/>
                </a:solidFill>
                <a:latin typeface="Arial"/>
                <a:ea typeface="Arial"/>
                <a:cs typeface="Arial"/>
              </a:defRPr>
            </a:defPPr>
            <a:lvl1pPr algn="l">
              <a:defRPr sz="2325" b="1">
                <a:solidFill>
                  <a:srgbClr val="2A6F6B"/>
                </a:solidFill>
                <a:latin typeface="Arial"/>
                <a:ea typeface="Arial"/>
                <a:cs typeface="Arial"/>
              </a:defRPr>
            </a:lvl1pPr>
            <a:lvl2pPr algn="l">
              <a:defRPr sz="2325" b="1">
                <a:solidFill>
                  <a:srgbClr val="2A6F6B"/>
                </a:solidFill>
                <a:latin typeface="Arial"/>
                <a:ea typeface="Arial"/>
                <a:cs typeface="Arial"/>
              </a:defRPr>
            </a:lvl2pPr>
            <a:lvl3pPr algn="l">
              <a:defRPr sz="2325" b="1">
                <a:solidFill>
                  <a:srgbClr val="2A6F6B"/>
                </a:solidFill>
                <a:latin typeface="Arial"/>
                <a:ea typeface="Arial"/>
                <a:cs typeface="Arial"/>
              </a:defRPr>
            </a:lvl3pPr>
            <a:lvl4pPr algn="l">
              <a:defRPr sz="2325" b="1">
                <a:solidFill>
                  <a:srgbClr val="2A6F6B"/>
                </a:solidFill>
                <a:latin typeface="Arial"/>
                <a:ea typeface="Arial"/>
                <a:cs typeface="Arial"/>
              </a:defRPr>
            </a:lvl4pPr>
            <a:lvl5pPr algn="l">
              <a:defRPr sz="2325" b="1">
                <a:solidFill>
                  <a:srgbClr val="2A6F6B"/>
                </a:solidFill>
                <a:latin typeface="Arial"/>
                <a:ea typeface="Arial"/>
                <a:cs typeface="Arial"/>
              </a:defRPr>
            </a:lvl5pPr>
            <a:lvl6pPr algn="l">
              <a:defRPr sz="2325" b="1">
                <a:solidFill>
                  <a:srgbClr val="2A6F6B"/>
                </a:solidFill>
                <a:latin typeface="Arial"/>
                <a:ea typeface="Arial"/>
                <a:cs typeface="Arial"/>
              </a:defRPr>
            </a:lvl6pPr>
            <a:lvl7pPr algn="l">
              <a:defRPr sz="2325" b="1">
                <a:solidFill>
                  <a:srgbClr val="2A6F6B"/>
                </a:solidFill>
                <a:latin typeface="Arial"/>
                <a:ea typeface="Arial"/>
                <a:cs typeface="Arial"/>
              </a:defRPr>
            </a:lvl7pPr>
            <a:lvl8pPr algn="l">
              <a:defRPr sz="2325" b="1">
                <a:solidFill>
                  <a:srgbClr val="2A6F6B"/>
                </a:solidFill>
                <a:latin typeface="Arial"/>
                <a:ea typeface="Arial"/>
                <a:cs typeface="Arial"/>
              </a:defRPr>
            </a:lvl8pPr>
            <a:lvl9pPr algn="l">
              <a:defRPr sz="2325" b="1">
                <a:solidFill>
                  <a:srgbClr val="2A6F6B"/>
                </a:solidFill>
                <a:latin typeface="Arial"/>
                <a:ea typeface="Arial"/>
                <a:cs typeface="Arial"/>
              </a:defRPr>
            </a:lvl9pPr>
          </a:lstStyle>
          <a:p xmlns:a="http://schemas.openxmlformats.org/drawingml/2006/main">
            <a:pPr algn="l">
              <a:defRPr sz="2325" b="1">
                <a:solidFill>
                  <a:srgbClr val="2A6F6B"/>
                </a:solidFill>
                <a:latin typeface="Arial"/>
                <a:ea typeface="Arial"/>
                <a:cs typeface="Arial"/>
              </a:defRPr>
            </a:pPr>
            <a:r>
              <a:rPr sz="2325" b="1">
                <a:solidFill>
                  <a:srgbClr val="2A6F6B"/>
                </a:solidFill>
                <a:latin typeface="Arial"/>
                <a:ea typeface="Arial"/>
                <a:cs typeface="Arial"/>
              </a:rPr>
              <a:t>2 min 15 sec</a:t>
            </a:r>
          </a:p>
        </p:txBody>
      </p:sp>
      <p:sp>
        <p:nvSpPr>
          <p:cNvPr id="7" name="text">
            <a:extLst xmlns:a="http://schemas.openxmlformats.org/drawingml/2006/main">
              <a:ext uri="{FF2B5EF4-FFF2-40B4-BE49-F238E27FC236}">
                <a16:creationId xmlns:a16="http://schemas.microsoft.com/office/drawing/2014/main" id="{9624A1CC-E262-44AC-A298-E8D447B7A168}"/>
              </a:ext>
            </a:extLst>
          </p:cNvPr>
          <p:cNvSpPr>
            <a:spLocks xmlns:a="http://schemas.openxmlformats.org/drawingml/2006/main" noGrp="1"/>
          </p:cNvSpPr>
          <p:nvPr/>
        </p:nvSpPr>
        <p:spPr>
          <a:xfrm xmlns:a="http://schemas.openxmlformats.org/drawingml/2006/main">
            <a:off x="7991475" y="2381250"/>
            <a:ext cx="3590925"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3B4B"/>
                </a:solidFill>
                <a:latin typeface="Arial"/>
                <a:ea typeface="Arial"/>
                <a:cs typeface="Arial"/>
              </a:defRPr>
            </a:defPPr>
            <a:lvl1pPr algn="l">
              <a:defRPr sz="1950" b="0">
                <a:solidFill>
                  <a:srgbClr val="173B4B"/>
                </a:solidFill>
                <a:latin typeface="Arial"/>
                <a:ea typeface="Arial"/>
                <a:cs typeface="Arial"/>
              </a:defRPr>
            </a:lvl1pPr>
            <a:lvl2pPr algn="l">
              <a:defRPr sz="1950" b="0">
                <a:solidFill>
                  <a:srgbClr val="173B4B"/>
                </a:solidFill>
                <a:latin typeface="Arial"/>
                <a:ea typeface="Arial"/>
                <a:cs typeface="Arial"/>
              </a:defRPr>
            </a:lvl2pPr>
            <a:lvl3pPr algn="l">
              <a:defRPr sz="1950" b="0">
                <a:solidFill>
                  <a:srgbClr val="173B4B"/>
                </a:solidFill>
                <a:latin typeface="Arial"/>
                <a:ea typeface="Arial"/>
                <a:cs typeface="Arial"/>
              </a:defRPr>
            </a:lvl3pPr>
            <a:lvl4pPr algn="l">
              <a:defRPr sz="1950" b="0">
                <a:solidFill>
                  <a:srgbClr val="173B4B"/>
                </a:solidFill>
                <a:latin typeface="Arial"/>
                <a:ea typeface="Arial"/>
                <a:cs typeface="Arial"/>
              </a:defRPr>
            </a:lvl4pPr>
            <a:lvl5pPr algn="l">
              <a:defRPr sz="1950" b="0">
                <a:solidFill>
                  <a:srgbClr val="173B4B"/>
                </a:solidFill>
                <a:latin typeface="Arial"/>
                <a:ea typeface="Arial"/>
                <a:cs typeface="Arial"/>
              </a:defRPr>
            </a:lvl5pPr>
            <a:lvl6pPr algn="l">
              <a:defRPr sz="1950" b="0">
                <a:solidFill>
                  <a:srgbClr val="173B4B"/>
                </a:solidFill>
                <a:latin typeface="Arial"/>
                <a:ea typeface="Arial"/>
                <a:cs typeface="Arial"/>
              </a:defRPr>
            </a:lvl6pPr>
            <a:lvl7pPr algn="l">
              <a:defRPr sz="1950" b="0">
                <a:solidFill>
                  <a:srgbClr val="173B4B"/>
                </a:solidFill>
                <a:latin typeface="Arial"/>
                <a:ea typeface="Arial"/>
                <a:cs typeface="Arial"/>
              </a:defRPr>
            </a:lvl7pPr>
            <a:lvl8pPr algn="l">
              <a:defRPr sz="1950" b="0">
                <a:solidFill>
                  <a:srgbClr val="173B4B"/>
                </a:solidFill>
                <a:latin typeface="Arial"/>
                <a:ea typeface="Arial"/>
                <a:cs typeface="Arial"/>
              </a:defRPr>
            </a:lvl8pPr>
            <a:lvl9pPr algn="l">
              <a:defRPr sz="1950" b="0">
                <a:solidFill>
                  <a:srgbClr val="173B4B"/>
                </a:solidFill>
                <a:latin typeface="Arial"/>
                <a:ea typeface="Arial"/>
                <a:cs typeface="Arial"/>
              </a:defRPr>
            </a:lvl9pPr>
          </a:lstStyle>
          <a:p xmlns:a="http://schemas.openxmlformats.org/drawingml/2006/main">
            <a:pPr algn="l">
              <a:defRPr sz="1950" b="0">
                <a:solidFill>
                  <a:srgbClr val="173B4B"/>
                </a:solidFill>
                <a:latin typeface="Arial"/>
                <a:ea typeface="Arial"/>
                <a:cs typeface="Arial"/>
              </a:defRPr>
            </a:pPr>
            <a:r>
              <a:rPr sz="1950" b="0">
                <a:solidFill>
                  <a:srgbClr val="173B4B"/>
                </a:solidFill>
                <a:latin typeface="Arial"/>
                <a:ea typeface="Arial"/>
                <a:cs typeface="Arial"/>
              </a:rPr>
              <a:t>1  Select Tablet</a:t>
            </a:r>
          </a:p>
          <a:p xmlns:a="http://schemas.openxmlformats.org/drawingml/2006/main">
            <a:r>
              <a:t/>
            </a:r>
          </a:p>
          <a:p xmlns:a="http://schemas.openxmlformats.org/drawingml/2006/main">
            <a:pPr algn="l">
              <a:defRPr sz="1950" b="0">
                <a:solidFill>
                  <a:srgbClr val="173B4B"/>
                </a:solidFill>
                <a:latin typeface="Arial"/>
                <a:ea typeface="Arial"/>
                <a:cs typeface="Arial"/>
              </a:defRPr>
            </a:pPr>
            <a:r>
              <a:rPr sz="1950" b="0">
                <a:solidFill>
                  <a:srgbClr val="173B4B"/>
                </a:solidFill>
                <a:latin typeface="Arial"/>
                <a:ea typeface="Arial"/>
                <a:cs typeface="Arial"/>
              </a:rPr>
              <a:t>2  Check required phone</a:t>
            </a:r>
          </a:p>
          <a:p xmlns:a="http://schemas.openxmlformats.org/drawingml/2006/main">
            <a:r>
              <a:t/>
            </a:r>
          </a:p>
          <a:p xmlns:a="http://schemas.openxmlformats.org/drawingml/2006/main">
            <a:pPr algn="l">
              <a:defRPr sz="1950" b="0">
                <a:solidFill>
                  <a:srgbClr val="173B4B"/>
                </a:solidFill>
                <a:latin typeface="Arial"/>
                <a:ea typeface="Arial"/>
                <a:cs typeface="Arial"/>
              </a:defRPr>
            </a:pPr>
            <a:r>
              <a:rPr sz="1950" b="0">
                <a:solidFill>
                  <a:srgbClr val="173B4B"/>
                </a:solidFill>
                <a:latin typeface="Arial"/>
                <a:ea typeface="Arial"/>
                <a:cs typeface="Arial"/>
              </a:rPr>
              <a:t>3  Borrow and return</a:t>
            </a:r>
          </a:p>
          <a:p xmlns:a="http://schemas.openxmlformats.org/drawingml/2006/main">
            <a:r>
              <a:t/>
            </a:r>
          </a:p>
          <a:p xmlns:a="http://schemas.openxmlformats.org/drawingml/2006/main">
            <a:pPr algn="l">
              <a:defRPr sz="1950" b="0">
                <a:solidFill>
                  <a:srgbClr val="173B4B"/>
                </a:solidFill>
                <a:latin typeface="Arial"/>
                <a:ea typeface="Arial"/>
                <a:cs typeface="Arial"/>
              </a:defRPr>
            </a:pPr>
            <a:r>
              <a:rPr sz="1950" b="0">
                <a:solidFill>
                  <a:srgbClr val="173B4B"/>
                </a:solidFill>
                <a:latin typeface="Arial"/>
                <a:ea typeface="Arial"/>
                <a:cs typeface="Arial"/>
              </a:rPr>
              <a:t>4  Reopen the database</a:t>
            </a:r>
          </a:p>
        </p:txBody>
      </p:sp>
      <p:sp>
        <p:nvSpPr>
          <p:cNvPr id="8" name="text">
            <a:extLst xmlns:a="http://schemas.openxmlformats.org/drawingml/2006/main">
              <a:ext uri="{FF2B5EF4-FFF2-40B4-BE49-F238E27FC236}">
                <a16:creationId xmlns:a16="http://schemas.microsoft.com/office/drawing/2014/main" id="{E9D28B59-480A-4986-8E55-DF53ED6B2A3F}"/>
              </a:ext>
            </a:extLst>
          </p:cNvPr>
          <p:cNvSpPr>
            <a:spLocks xmlns:a="http://schemas.openxmlformats.org/drawingml/2006/main" noGrp="1"/>
          </p:cNvSpPr>
          <p:nvPr/>
        </p:nvSpPr>
        <p:spPr>
          <a:xfrm xmlns:a="http://schemas.openxmlformats.org/drawingml/2006/main">
            <a:off x="7991475" y="5457825"/>
            <a:ext cx="35909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A6F76"/>
                </a:solidFill>
                <a:latin typeface="Arial"/>
                <a:ea typeface="Arial"/>
                <a:cs typeface="Arial"/>
              </a:defRPr>
            </a:defPPr>
            <a:lvl1pPr algn="l">
              <a:defRPr sz="1725" b="0">
                <a:solidFill>
                  <a:srgbClr val="5A6F76"/>
                </a:solidFill>
                <a:latin typeface="Arial"/>
                <a:ea typeface="Arial"/>
                <a:cs typeface="Arial"/>
              </a:defRPr>
            </a:lvl1pPr>
            <a:lvl2pPr algn="l">
              <a:defRPr sz="1725" b="0">
                <a:solidFill>
                  <a:srgbClr val="5A6F76"/>
                </a:solidFill>
                <a:latin typeface="Arial"/>
                <a:ea typeface="Arial"/>
                <a:cs typeface="Arial"/>
              </a:defRPr>
            </a:lvl2pPr>
            <a:lvl3pPr algn="l">
              <a:defRPr sz="1725" b="0">
                <a:solidFill>
                  <a:srgbClr val="5A6F76"/>
                </a:solidFill>
                <a:latin typeface="Arial"/>
                <a:ea typeface="Arial"/>
                <a:cs typeface="Arial"/>
              </a:defRPr>
            </a:lvl3pPr>
            <a:lvl4pPr algn="l">
              <a:defRPr sz="1725" b="0">
                <a:solidFill>
                  <a:srgbClr val="5A6F76"/>
                </a:solidFill>
                <a:latin typeface="Arial"/>
                <a:ea typeface="Arial"/>
                <a:cs typeface="Arial"/>
              </a:defRPr>
            </a:lvl4pPr>
            <a:lvl5pPr algn="l">
              <a:defRPr sz="1725" b="0">
                <a:solidFill>
                  <a:srgbClr val="5A6F76"/>
                </a:solidFill>
                <a:latin typeface="Arial"/>
                <a:ea typeface="Arial"/>
                <a:cs typeface="Arial"/>
              </a:defRPr>
            </a:lvl5pPr>
            <a:lvl6pPr algn="l">
              <a:defRPr sz="1725" b="0">
                <a:solidFill>
                  <a:srgbClr val="5A6F76"/>
                </a:solidFill>
                <a:latin typeface="Arial"/>
                <a:ea typeface="Arial"/>
                <a:cs typeface="Arial"/>
              </a:defRPr>
            </a:lvl6pPr>
            <a:lvl7pPr algn="l">
              <a:defRPr sz="1725" b="0">
                <a:solidFill>
                  <a:srgbClr val="5A6F76"/>
                </a:solidFill>
                <a:latin typeface="Arial"/>
                <a:ea typeface="Arial"/>
                <a:cs typeface="Arial"/>
              </a:defRPr>
            </a:lvl7pPr>
            <a:lvl8pPr algn="l">
              <a:defRPr sz="1725" b="0">
                <a:solidFill>
                  <a:srgbClr val="5A6F76"/>
                </a:solidFill>
                <a:latin typeface="Arial"/>
                <a:ea typeface="Arial"/>
                <a:cs typeface="Arial"/>
              </a:defRPr>
            </a:lvl8pPr>
            <a:lvl9pPr algn="l">
              <a:defRPr sz="1725" b="0">
                <a:solidFill>
                  <a:srgbClr val="5A6F76"/>
                </a:solidFill>
                <a:latin typeface="Arial"/>
                <a:ea typeface="Arial"/>
                <a:cs typeface="Arial"/>
              </a:defRPr>
            </a:lvl9pPr>
          </a:lstStyle>
          <a:p xmlns:a="http://schemas.openxmlformats.org/drawingml/2006/main">
            <a:pPr algn="l">
              <a:defRPr sz="1725" b="0">
                <a:solidFill>
                  <a:srgbClr val="5A6F76"/>
                </a:solidFill>
                <a:latin typeface="Arial"/>
                <a:ea typeface="Arial"/>
                <a:cs typeface="Arial"/>
              </a:defRPr>
            </a:pPr>
            <a:r>
              <a:rPr sz="1725" b="0">
                <a:solidFill>
                  <a:srgbClr val="5A6F76"/>
                </a:solidFill>
                <a:latin typeface="Arial"/>
                <a:ea typeface="Arial"/>
                <a:cs typeface="Arial"/>
              </a:rPr>
              <a:t>Fictional demo details</a:t>
            </a:r>
          </a:p>
          <a:p xmlns:a="http://schemas.openxmlformats.org/drawingml/2006/main">
            <a:pPr algn="l">
              <a:defRPr sz="1725" b="0">
                <a:solidFill>
                  <a:srgbClr val="5A6F76"/>
                </a:solidFill>
                <a:latin typeface="Arial"/>
                <a:ea typeface="Arial"/>
                <a:cs typeface="Arial"/>
              </a:defRPr>
            </a:pPr>
            <a:r>
              <a:rPr sz="1725" b="0">
                <a:solidFill>
                  <a:srgbClr val="5A6F76"/>
                </a:solidFill>
                <a:latin typeface="Arial"/>
                <a:ea typeface="Arial"/>
                <a:cs typeface="Arial"/>
              </a:rPr>
              <a:t>Demo A  /  0200000000</a:t>
            </a:r>
          </a:p>
        </p:txBody>
      </p:sp>
    </p:spTree>
    <p:extLst>
      <p:ext uri="{BB962C8B-B14F-4D97-AF65-F5344CB8AC3E}">
        <p14:creationId xmlns:p14="http://schemas.microsoft.com/office/powerpoint/2010/main" val="1022784511"/>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course">
            <a:extLst xmlns:a="http://schemas.openxmlformats.org/drawingml/2006/main">
              <a:ext uri="{FF2B5EF4-FFF2-40B4-BE49-F238E27FC236}">
                <a16:creationId xmlns:a16="http://schemas.microsoft.com/office/drawing/2014/main" id="{157DB81A-8D19-4A1B-90B0-40D479E4CB8A}"/>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55E0B74E-95A5-49D2-8D61-401AA717EF57}"/>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Design choices and limits</a:t>
            </a:r>
          </a:p>
        </p:txBody>
      </p:sp>
      <p:sp>
        <p:nvSpPr>
          <p:cNvPr id="3" name="speaker-time">
            <a:extLst xmlns:a="http://schemas.openxmlformats.org/drawingml/2006/main">
              <a:ext uri="{FF2B5EF4-FFF2-40B4-BE49-F238E27FC236}">
                <a16:creationId xmlns:a16="http://schemas.microsoft.com/office/drawing/2014/main" id="{14096093-3CC1-4000-8778-6BDA91E6D9F7}"/>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Bin Wang  |  09:30–10:00</a:t>
            </a:r>
          </a:p>
        </p:txBody>
      </p:sp>
      <p:sp>
        <p:nvSpPr>
          <p:cNvPr id="4" name="page">
            <a:extLst xmlns:a="http://schemas.openxmlformats.org/drawingml/2006/main">
              <a:ext uri="{FF2B5EF4-FFF2-40B4-BE49-F238E27FC236}">
                <a16:creationId xmlns:a16="http://schemas.microsoft.com/office/drawing/2014/main" id="{32B636F7-4460-4C6E-9268-47F6B2190928}"/>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08 / 12</a:t>
            </a:r>
          </a:p>
        </p:txBody>
      </p:sp>
      <p:sp>
        <p:nvSpPr>
          <p:cNvPr id="5" name="text">
            <a:extLst xmlns:a="http://schemas.openxmlformats.org/drawingml/2006/main">
              <a:ext uri="{FF2B5EF4-FFF2-40B4-BE49-F238E27FC236}">
                <a16:creationId xmlns:a16="http://schemas.microsoft.com/office/drawing/2014/main" id="{CC9D42C9-34DC-4A60-8ABB-15A842A154C1}"/>
              </a:ext>
            </a:extLst>
          </p:cNvPr>
          <p:cNvSpPr>
            <a:spLocks xmlns:a="http://schemas.openxmlformats.org/drawingml/2006/main" noGrp="1"/>
          </p:cNvSpPr>
          <p:nvPr/>
        </p:nvSpPr>
        <p:spPr>
          <a:xfrm xmlns:a="http://schemas.openxmlformats.org/drawingml/2006/main">
            <a:off x="609600" y="1743075"/>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A6F6B"/>
                </a:solidFill>
                <a:latin typeface="Arial"/>
                <a:ea typeface="Arial"/>
                <a:cs typeface="Arial"/>
              </a:defRPr>
            </a:defPPr>
            <a:lvl1pPr algn="l">
              <a:defRPr sz="2250" b="1">
                <a:solidFill>
                  <a:srgbClr val="2A6F6B"/>
                </a:solidFill>
                <a:latin typeface="Arial"/>
                <a:ea typeface="Arial"/>
                <a:cs typeface="Arial"/>
              </a:defRPr>
            </a:lvl1pPr>
            <a:lvl2pPr algn="l">
              <a:defRPr sz="2250" b="1">
                <a:solidFill>
                  <a:srgbClr val="2A6F6B"/>
                </a:solidFill>
                <a:latin typeface="Arial"/>
                <a:ea typeface="Arial"/>
                <a:cs typeface="Arial"/>
              </a:defRPr>
            </a:lvl2pPr>
            <a:lvl3pPr algn="l">
              <a:defRPr sz="2250" b="1">
                <a:solidFill>
                  <a:srgbClr val="2A6F6B"/>
                </a:solidFill>
                <a:latin typeface="Arial"/>
                <a:ea typeface="Arial"/>
                <a:cs typeface="Arial"/>
              </a:defRPr>
            </a:lvl3pPr>
            <a:lvl4pPr algn="l">
              <a:defRPr sz="2250" b="1">
                <a:solidFill>
                  <a:srgbClr val="2A6F6B"/>
                </a:solidFill>
                <a:latin typeface="Arial"/>
                <a:ea typeface="Arial"/>
                <a:cs typeface="Arial"/>
              </a:defRPr>
            </a:lvl4pPr>
            <a:lvl5pPr algn="l">
              <a:defRPr sz="2250" b="1">
                <a:solidFill>
                  <a:srgbClr val="2A6F6B"/>
                </a:solidFill>
                <a:latin typeface="Arial"/>
                <a:ea typeface="Arial"/>
                <a:cs typeface="Arial"/>
              </a:defRPr>
            </a:lvl5pPr>
            <a:lvl6pPr algn="l">
              <a:defRPr sz="2250" b="1">
                <a:solidFill>
                  <a:srgbClr val="2A6F6B"/>
                </a:solidFill>
                <a:latin typeface="Arial"/>
                <a:ea typeface="Arial"/>
                <a:cs typeface="Arial"/>
              </a:defRPr>
            </a:lvl6pPr>
            <a:lvl7pPr algn="l">
              <a:defRPr sz="2250" b="1">
                <a:solidFill>
                  <a:srgbClr val="2A6F6B"/>
                </a:solidFill>
                <a:latin typeface="Arial"/>
                <a:ea typeface="Arial"/>
                <a:cs typeface="Arial"/>
              </a:defRPr>
            </a:lvl7pPr>
            <a:lvl8pPr algn="l">
              <a:defRPr sz="2250" b="1">
                <a:solidFill>
                  <a:srgbClr val="2A6F6B"/>
                </a:solidFill>
                <a:latin typeface="Arial"/>
                <a:ea typeface="Arial"/>
                <a:cs typeface="Arial"/>
              </a:defRPr>
            </a:lvl8pPr>
            <a:lvl9pPr algn="l">
              <a:defRPr sz="2250" b="1">
                <a:solidFill>
                  <a:srgbClr val="2A6F6B"/>
                </a:solidFill>
                <a:latin typeface="Arial"/>
                <a:ea typeface="Arial"/>
                <a:cs typeface="Arial"/>
              </a:defRPr>
            </a:lvl9pPr>
          </a:lstStyle>
          <a:p xmlns:a="http://schemas.openxmlformats.org/drawingml/2006/main">
            <a:pPr algn="l">
              <a:defRPr sz="2250" b="1">
                <a:solidFill>
                  <a:srgbClr val="2A6F6B"/>
                </a:solidFill>
                <a:latin typeface="Arial"/>
                <a:ea typeface="Arial"/>
                <a:cs typeface="Arial"/>
              </a:defRPr>
            </a:pPr>
            <a:r>
              <a:rPr sz="2250" b="1">
                <a:solidFill>
                  <a:srgbClr val="2A6F6B"/>
                </a:solidFill>
                <a:latin typeface="Arial"/>
                <a:ea typeface="Arial"/>
                <a:cs typeface="Arial"/>
              </a:rPr>
              <a:t>Shared rules in GUI and CLI</a:t>
            </a:r>
          </a:p>
        </p:txBody>
      </p:sp>
      <p:sp>
        <p:nvSpPr>
          <p:cNvPr id="6" name="text">
            <a:extLst xmlns:a="http://schemas.openxmlformats.org/drawingml/2006/main">
              <a:ext uri="{FF2B5EF4-FFF2-40B4-BE49-F238E27FC236}">
                <a16:creationId xmlns:a16="http://schemas.microsoft.com/office/drawing/2014/main" id="{BD8BFE08-90B5-4FD6-B7B6-2CD526F475F1}"/>
              </a:ext>
            </a:extLst>
          </p:cNvPr>
          <p:cNvSpPr>
            <a:spLocks xmlns:a="http://schemas.openxmlformats.org/drawingml/2006/main" noGrp="1"/>
          </p:cNvSpPr>
          <p:nvPr/>
        </p:nvSpPr>
        <p:spPr>
          <a:xfrm xmlns:a="http://schemas.openxmlformats.org/drawingml/2006/main">
            <a:off x="609600" y="22955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Return a loan without losing its history.</a:t>
            </a:r>
          </a:p>
        </p:txBody>
      </p:sp>
      <p:sp>
        <p:nvSpPr>
          <p:cNvPr id="7" name="text">
            <a:extLst xmlns:a="http://schemas.openxmlformats.org/drawingml/2006/main">
              <a:ext uri="{FF2B5EF4-FFF2-40B4-BE49-F238E27FC236}">
                <a16:creationId xmlns:a16="http://schemas.microsoft.com/office/drawing/2014/main" id="{0A1A284E-160E-481F-A0F0-F440594C219E}"/>
              </a:ext>
            </a:extLst>
          </p:cNvPr>
          <p:cNvSpPr>
            <a:spLocks xmlns:a="http://schemas.openxmlformats.org/drawingml/2006/main" noGrp="1"/>
          </p:cNvSpPr>
          <p:nvPr/>
        </p:nvSpPr>
        <p:spPr>
          <a:xfrm xmlns:a="http://schemas.openxmlformats.org/drawingml/2006/main">
            <a:off x="609600" y="3000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Current boundary: one workstation, no server, login or database encryption.</a:t>
            </a:r>
          </a:p>
        </p:txBody>
      </p:sp>
      <p:pic>
        <p:nvPicPr>
          <p:cNvPr id="8" name="">
            <a:extLst xmlns:a="http://schemas.openxmlformats.org/drawingml/2006/main">
              <a:ext uri="{FF2B5EF4-FFF2-40B4-BE49-F238E27FC236}">
                <a16:creationId xmlns:a16="http://schemas.microsoft.com/office/drawing/2014/main" id="{3BCE6B24-C829-4C65-A8CA-D98B590144DB}"/>
              </a:ext>
            </a:extLst>
          </p:cNvPr>
          <p:cNvPicPr>
            <a:picLocks xmlns:a="http://schemas.openxmlformats.org/drawingml/2006/main" noChangeAspect="1"/>
          </p:cNvPicPr>
          <p:nvPr/>
        </p:nvPicPr>
        <p:blipFill>
          <a:blip xmlns:r="http://schemas.openxmlformats.org/officeDocument/2006/relationships" xmlns:a="http://schemas.openxmlformats.org/drawingml/2006/main" r:embed="Re12de3f353ff44f0"/>
          <a:srcRect xmlns:a="http://schemas.openxmlformats.org/drawingml/2006/main" l="1600" t="58000" r="1600" b="12000"/>
          <a:stretch xmlns:a="http://schemas.openxmlformats.org/drawingml/2006/main"/>
        </p:blipFill>
        <p:spPr>
          <a:xfrm xmlns:a="http://schemas.openxmlformats.org/drawingml/2006/main">
            <a:off x="609600" y="4000500"/>
            <a:ext cx="10972800" cy="1952625"/>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CACF71E-9AAB-40E4-ACEE-3D74F7DF225A}"/>
              </a:ext>
            </a:extLst>
          </p:cNvPr>
          <p:cNvSpPr>
            <a:spLocks xmlns:a="http://schemas.openxmlformats.org/drawingml/2006/main" noGrp="1"/>
          </p:cNvSpPr>
          <p:nvPr/>
        </p:nvSpPr>
        <p:spPr>
          <a:xfrm xmlns:a="http://schemas.openxmlformats.org/drawingml/2006/main">
            <a:off x="609600" y="604837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A6F76"/>
                </a:solidFill>
                <a:latin typeface="Arial"/>
                <a:ea typeface="Arial"/>
                <a:cs typeface="Arial"/>
              </a:defRPr>
            </a:defPPr>
            <a:lvl1pPr algn="l">
              <a:defRPr sz="1425" b="0">
                <a:solidFill>
                  <a:srgbClr val="5A6F76"/>
                </a:solidFill>
                <a:latin typeface="Arial"/>
                <a:ea typeface="Arial"/>
                <a:cs typeface="Arial"/>
              </a:defRPr>
            </a:lvl1pPr>
            <a:lvl2pPr algn="l">
              <a:defRPr sz="1425" b="0">
                <a:solidFill>
                  <a:srgbClr val="5A6F76"/>
                </a:solidFill>
                <a:latin typeface="Arial"/>
                <a:ea typeface="Arial"/>
                <a:cs typeface="Arial"/>
              </a:defRPr>
            </a:lvl2pPr>
            <a:lvl3pPr algn="l">
              <a:defRPr sz="1425" b="0">
                <a:solidFill>
                  <a:srgbClr val="5A6F76"/>
                </a:solidFill>
                <a:latin typeface="Arial"/>
                <a:ea typeface="Arial"/>
                <a:cs typeface="Arial"/>
              </a:defRPr>
            </a:lvl3pPr>
            <a:lvl4pPr algn="l">
              <a:defRPr sz="1425" b="0">
                <a:solidFill>
                  <a:srgbClr val="5A6F76"/>
                </a:solidFill>
                <a:latin typeface="Arial"/>
                <a:ea typeface="Arial"/>
                <a:cs typeface="Arial"/>
              </a:defRPr>
            </a:lvl4pPr>
            <a:lvl5pPr algn="l">
              <a:defRPr sz="1425" b="0">
                <a:solidFill>
                  <a:srgbClr val="5A6F76"/>
                </a:solidFill>
                <a:latin typeface="Arial"/>
                <a:ea typeface="Arial"/>
                <a:cs typeface="Arial"/>
              </a:defRPr>
            </a:lvl5pPr>
            <a:lvl6pPr algn="l">
              <a:defRPr sz="1425" b="0">
                <a:solidFill>
                  <a:srgbClr val="5A6F76"/>
                </a:solidFill>
                <a:latin typeface="Arial"/>
                <a:ea typeface="Arial"/>
                <a:cs typeface="Arial"/>
              </a:defRPr>
            </a:lvl6pPr>
            <a:lvl7pPr algn="l">
              <a:defRPr sz="1425" b="0">
                <a:solidFill>
                  <a:srgbClr val="5A6F76"/>
                </a:solidFill>
                <a:latin typeface="Arial"/>
                <a:ea typeface="Arial"/>
                <a:cs typeface="Arial"/>
              </a:defRPr>
            </a:lvl7pPr>
            <a:lvl8pPr algn="l">
              <a:defRPr sz="1425" b="0">
                <a:solidFill>
                  <a:srgbClr val="5A6F76"/>
                </a:solidFill>
                <a:latin typeface="Arial"/>
                <a:ea typeface="Arial"/>
                <a:cs typeface="Arial"/>
              </a:defRPr>
            </a:lvl8pPr>
            <a:lvl9pPr algn="l">
              <a:defRPr sz="1425" b="0">
                <a:solidFill>
                  <a:srgbClr val="5A6F76"/>
                </a:solidFill>
                <a:latin typeface="Arial"/>
                <a:ea typeface="Arial"/>
                <a:cs typeface="Arial"/>
              </a:defRPr>
            </a:lvl9pPr>
          </a:lstStyle>
          <a:p xmlns:a="http://schemas.openxmlformats.org/drawingml/2006/main">
            <a:pPr algn="l">
              <a:defRPr sz="1425" b="0">
                <a:solidFill>
                  <a:srgbClr val="5A6F76"/>
                </a:solidFill>
                <a:latin typeface="Arial"/>
                <a:ea typeface="Arial"/>
                <a:cs typeface="Arial"/>
              </a:defRPr>
            </a:pPr>
            <a:r>
              <a:rPr sz="1425" b="0">
                <a:solidFill>
                  <a:srgbClr val="5A6F76"/>
                </a:solidFill>
                <a:latin typeface="Arial"/>
                <a:ea typeface="Arial"/>
                <a:cs typeface="Arial"/>
              </a:rPr>
              <a:t>Actual returned record with fictional borrower details</a:t>
            </a:r>
          </a:p>
        </p:txBody>
      </p:sp>
    </p:spTree>
    <p:extLst>
      <p:ext uri="{BB962C8B-B14F-4D97-AF65-F5344CB8AC3E}">
        <p14:creationId xmlns:p14="http://schemas.microsoft.com/office/powerpoint/2010/main" val="941462656"/>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1F266293-5393-4287-9DB6-E247DFB057F0}"/>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19E42E72-A20F-41FB-ADEA-3466C9C49561}"/>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Technical verification</a:t>
            </a:r>
          </a:p>
        </p:txBody>
      </p:sp>
      <p:sp>
        <p:nvSpPr>
          <p:cNvPr id="3" name="speaker-time">
            <a:extLst xmlns:a="http://schemas.openxmlformats.org/drawingml/2006/main">
              <a:ext uri="{FF2B5EF4-FFF2-40B4-BE49-F238E27FC236}">
                <a16:creationId xmlns:a16="http://schemas.microsoft.com/office/drawing/2014/main" id="{D042A4A9-46D8-4BE8-BD62-F6296633B8D4}"/>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Yonghui Dai  |  10:00–11:30</a:t>
            </a:r>
          </a:p>
        </p:txBody>
      </p:sp>
      <p:sp>
        <p:nvSpPr>
          <p:cNvPr id="4" name="page">
            <a:extLst xmlns:a="http://schemas.openxmlformats.org/drawingml/2006/main">
              <a:ext uri="{FF2B5EF4-FFF2-40B4-BE49-F238E27FC236}">
                <a16:creationId xmlns:a16="http://schemas.microsoft.com/office/drawing/2014/main" id="{C459CD80-1E59-476E-9D4F-00F00F4CCD09}"/>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09 / 12</a:t>
            </a:r>
          </a:p>
        </p:txBody>
      </p:sp>
      <p:sp>
        <p:nvSpPr>
          <p:cNvPr id="5" name="text">
            <a:extLst xmlns:a="http://schemas.openxmlformats.org/drawingml/2006/main">
              <a:ext uri="{FF2B5EF4-FFF2-40B4-BE49-F238E27FC236}">
                <a16:creationId xmlns:a16="http://schemas.microsoft.com/office/drawing/2014/main" id="{2C7D621C-A945-467C-8F2C-9A98A6B43AE6}"/>
              </a:ext>
            </a:extLst>
          </p:cNvPr>
          <p:cNvSpPr>
            <a:spLocks xmlns:a="http://schemas.openxmlformats.org/drawingml/2006/main" noGrp="1"/>
          </p:cNvSpPr>
          <p:nvPr/>
        </p:nvSpPr>
        <p:spPr>
          <a:xfrm xmlns:a="http://schemas.openxmlformats.org/drawingml/2006/main">
            <a:off x="609600" y="1666875"/>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200" b="1">
                <a:solidFill>
                  <a:srgbClr val="2A6F6B"/>
                </a:solidFill>
                <a:latin typeface="Arial"/>
                <a:ea typeface="Arial"/>
                <a:cs typeface="Arial"/>
              </a:defRPr>
            </a:defPPr>
            <a:lvl1pPr algn="l">
              <a:defRPr sz="7200" b="1">
                <a:solidFill>
                  <a:srgbClr val="2A6F6B"/>
                </a:solidFill>
                <a:latin typeface="Arial"/>
                <a:ea typeface="Arial"/>
                <a:cs typeface="Arial"/>
              </a:defRPr>
            </a:lvl1pPr>
            <a:lvl2pPr algn="l">
              <a:defRPr sz="7200" b="1">
                <a:solidFill>
                  <a:srgbClr val="2A6F6B"/>
                </a:solidFill>
                <a:latin typeface="Arial"/>
                <a:ea typeface="Arial"/>
                <a:cs typeface="Arial"/>
              </a:defRPr>
            </a:lvl2pPr>
            <a:lvl3pPr algn="l">
              <a:defRPr sz="7200" b="1">
                <a:solidFill>
                  <a:srgbClr val="2A6F6B"/>
                </a:solidFill>
                <a:latin typeface="Arial"/>
                <a:ea typeface="Arial"/>
                <a:cs typeface="Arial"/>
              </a:defRPr>
            </a:lvl3pPr>
            <a:lvl4pPr algn="l">
              <a:defRPr sz="7200" b="1">
                <a:solidFill>
                  <a:srgbClr val="2A6F6B"/>
                </a:solidFill>
                <a:latin typeface="Arial"/>
                <a:ea typeface="Arial"/>
                <a:cs typeface="Arial"/>
              </a:defRPr>
            </a:lvl4pPr>
            <a:lvl5pPr algn="l">
              <a:defRPr sz="7200" b="1">
                <a:solidFill>
                  <a:srgbClr val="2A6F6B"/>
                </a:solidFill>
                <a:latin typeface="Arial"/>
                <a:ea typeface="Arial"/>
                <a:cs typeface="Arial"/>
              </a:defRPr>
            </a:lvl5pPr>
            <a:lvl6pPr algn="l">
              <a:defRPr sz="7200" b="1">
                <a:solidFill>
                  <a:srgbClr val="2A6F6B"/>
                </a:solidFill>
                <a:latin typeface="Arial"/>
                <a:ea typeface="Arial"/>
                <a:cs typeface="Arial"/>
              </a:defRPr>
            </a:lvl6pPr>
            <a:lvl7pPr algn="l">
              <a:defRPr sz="7200" b="1">
                <a:solidFill>
                  <a:srgbClr val="2A6F6B"/>
                </a:solidFill>
                <a:latin typeface="Arial"/>
                <a:ea typeface="Arial"/>
                <a:cs typeface="Arial"/>
              </a:defRPr>
            </a:lvl7pPr>
            <a:lvl8pPr algn="l">
              <a:defRPr sz="7200" b="1">
                <a:solidFill>
                  <a:srgbClr val="2A6F6B"/>
                </a:solidFill>
                <a:latin typeface="Arial"/>
                <a:ea typeface="Arial"/>
                <a:cs typeface="Arial"/>
              </a:defRPr>
            </a:lvl8pPr>
            <a:lvl9pPr algn="l">
              <a:defRPr sz="7200" b="1">
                <a:solidFill>
                  <a:srgbClr val="2A6F6B"/>
                </a:solidFill>
                <a:latin typeface="Arial"/>
                <a:ea typeface="Arial"/>
                <a:cs typeface="Arial"/>
              </a:defRPr>
            </a:lvl9pPr>
          </a:lstStyle>
          <a:p xmlns:a="http://schemas.openxmlformats.org/drawingml/2006/main">
            <a:pPr algn="l">
              <a:defRPr sz="7200" b="1">
                <a:solidFill>
                  <a:srgbClr val="2A6F6B"/>
                </a:solidFill>
                <a:latin typeface="Arial"/>
                <a:ea typeface="Arial"/>
                <a:cs typeface="Arial"/>
              </a:defRPr>
            </a:pPr>
            <a:r>
              <a:rPr sz="7200" b="1">
                <a:solidFill>
                  <a:srgbClr val="2A6F6B"/>
                </a:solidFill>
                <a:latin typeface="Arial"/>
                <a:ea typeface="Arial"/>
                <a:cs typeface="Arial"/>
              </a:rPr>
              <a:t>20</a:t>
            </a:r>
          </a:p>
        </p:txBody>
      </p:sp>
      <p:sp>
        <p:nvSpPr>
          <p:cNvPr id="6" name="text">
            <a:extLst xmlns:a="http://schemas.openxmlformats.org/drawingml/2006/main">
              <a:ext uri="{FF2B5EF4-FFF2-40B4-BE49-F238E27FC236}">
                <a16:creationId xmlns:a16="http://schemas.microsoft.com/office/drawing/2014/main" id="{23A79F02-38F2-4411-899B-15D428F61798}"/>
              </a:ext>
            </a:extLst>
          </p:cNvPr>
          <p:cNvSpPr>
            <a:spLocks xmlns:a="http://schemas.openxmlformats.org/drawingml/2006/main" noGrp="1"/>
          </p:cNvSpPr>
          <p:nvPr/>
        </p:nvSpPr>
        <p:spPr>
          <a:xfrm xmlns:a="http://schemas.openxmlformats.org/drawingml/2006/main">
            <a:off x="609600" y="28479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B4B"/>
                </a:solidFill>
                <a:latin typeface="Arial"/>
                <a:ea typeface="Arial"/>
                <a:cs typeface="Arial"/>
              </a:defRPr>
            </a:defPPr>
            <a:lvl1pPr algn="l">
              <a:defRPr sz="2175" b="1">
                <a:solidFill>
                  <a:srgbClr val="173B4B"/>
                </a:solidFill>
                <a:latin typeface="Arial"/>
                <a:ea typeface="Arial"/>
                <a:cs typeface="Arial"/>
              </a:defRPr>
            </a:lvl1pPr>
            <a:lvl2pPr algn="l">
              <a:defRPr sz="2175" b="1">
                <a:solidFill>
                  <a:srgbClr val="173B4B"/>
                </a:solidFill>
                <a:latin typeface="Arial"/>
                <a:ea typeface="Arial"/>
                <a:cs typeface="Arial"/>
              </a:defRPr>
            </a:lvl2pPr>
            <a:lvl3pPr algn="l">
              <a:defRPr sz="2175" b="1">
                <a:solidFill>
                  <a:srgbClr val="173B4B"/>
                </a:solidFill>
                <a:latin typeface="Arial"/>
                <a:ea typeface="Arial"/>
                <a:cs typeface="Arial"/>
              </a:defRPr>
            </a:lvl3pPr>
            <a:lvl4pPr algn="l">
              <a:defRPr sz="2175" b="1">
                <a:solidFill>
                  <a:srgbClr val="173B4B"/>
                </a:solidFill>
                <a:latin typeface="Arial"/>
                <a:ea typeface="Arial"/>
                <a:cs typeface="Arial"/>
              </a:defRPr>
            </a:lvl4pPr>
            <a:lvl5pPr algn="l">
              <a:defRPr sz="2175" b="1">
                <a:solidFill>
                  <a:srgbClr val="173B4B"/>
                </a:solidFill>
                <a:latin typeface="Arial"/>
                <a:ea typeface="Arial"/>
                <a:cs typeface="Arial"/>
              </a:defRPr>
            </a:lvl5pPr>
            <a:lvl6pPr algn="l">
              <a:defRPr sz="2175" b="1">
                <a:solidFill>
                  <a:srgbClr val="173B4B"/>
                </a:solidFill>
                <a:latin typeface="Arial"/>
                <a:ea typeface="Arial"/>
                <a:cs typeface="Arial"/>
              </a:defRPr>
            </a:lvl6pPr>
            <a:lvl7pPr algn="l">
              <a:defRPr sz="2175" b="1">
                <a:solidFill>
                  <a:srgbClr val="173B4B"/>
                </a:solidFill>
                <a:latin typeface="Arial"/>
                <a:ea typeface="Arial"/>
                <a:cs typeface="Arial"/>
              </a:defRPr>
            </a:lvl7pPr>
            <a:lvl8pPr algn="l">
              <a:defRPr sz="2175" b="1">
                <a:solidFill>
                  <a:srgbClr val="173B4B"/>
                </a:solidFill>
                <a:latin typeface="Arial"/>
                <a:ea typeface="Arial"/>
                <a:cs typeface="Arial"/>
              </a:defRPr>
            </a:lvl8pPr>
            <a:lvl9pPr algn="l">
              <a:defRPr sz="2175" b="1">
                <a:solidFill>
                  <a:srgbClr val="173B4B"/>
                </a:solidFill>
                <a:latin typeface="Arial"/>
                <a:ea typeface="Arial"/>
                <a:cs typeface="Arial"/>
              </a:defRPr>
            </a:lvl9pPr>
          </a:lstStyle>
          <a:p xmlns:a="http://schemas.openxmlformats.org/drawingml/2006/main">
            <a:pPr algn="l">
              <a:defRPr sz="2175" b="1">
                <a:solidFill>
                  <a:srgbClr val="173B4B"/>
                </a:solidFill>
                <a:latin typeface="Arial"/>
                <a:ea typeface="Arial"/>
                <a:cs typeface="Arial"/>
              </a:defRPr>
            </a:pPr>
            <a:r>
              <a:rPr sz="2175" b="1">
                <a:solidFill>
                  <a:srgbClr val="173B4B"/>
                </a:solidFill>
                <a:latin typeface="Arial"/>
                <a:ea typeface="Arial"/>
                <a:cs typeface="Arial"/>
              </a:rPr>
              <a:t>unittest checks passed</a:t>
            </a:r>
          </a:p>
        </p:txBody>
      </p:sp>
      <p:sp>
        <p:nvSpPr>
          <p:cNvPr id="7" name="text">
            <a:extLst xmlns:a="http://schemas.openxmlformats.org/drawingml/2006/main">
              <a:ext uri="{FF2B5EF4-FFF2-40B4-BE49-F238E27FC236}">
                <a16:creationId xmlns:a16="http://schemas.microsoft.com/office/drawing/2014/main" id="{6F9CDF8F-E36C-4371-BA31-8B93D05EF6DF}"/>
              </a:ext>
            </a:extLst>
          </p:cNvPr>
          <p:cNvSpPr>
            <a:spLocks xmlns:a="http://schemas.openxmlformats.org/drawingml/2006/main" noGrp="1"/>
          </p:cNvSpPr>
          <p:nvPr/>
        </p:nvSpPr>
        <p:spPr>
          <a:xfrm xmlns:a="http://schemas.openxmlformats.org/drawingml/2006/main">
            <a:off x="609600" y="33909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B4B"/>
                </a:solidFill>
                <a:latin typeface="Arial"/>
                <a:ea typeface="Arial"/>
                <a:cs typeface="Arial"/>
              </a:defRPr>
            </a:defPPr>
            <a:lvl1pPr algn="l">
              <a:defRPr sz="2025" b="0">
                <a:solidFill>
                  <a:srgbClr val="173B4B"/>
                </a:solidFill>
                <a:latin typeface="Arial"/>
                <a:ea typeface="Arial"/>
                <a:cs typeface="Arial"/>
              </a:defRPr>
            </a:lvl1pPr>
            <a:lvl2pPr algn="l">
              <a:defRPr sz="2025" b="0">
                <a:solidFill>
                  <a:srgbClr val="173B4B"/>
                </a:solidFill>
                <a:latin typeface="Arial"/>
                <a:ea typeface="Arial"/>
                <a:cs typeface="Arial"/>
              </a:defRPr>
            </a:lvl2pPr>
            <a:lvl3pPr algn="l">
              <a:defRPr sz="2025" b="0">
                <a:solidFill>
                  <a:srgbClr val="173B4B"/>
                </a:solidFill>
                <a:latin typeface="Arial"/>
                <a:ea typeface="Arial"/>
                <a:cs typeface="Arial"/>
              </a:defRPr>
            </a:lvl3pPr>
            <a:lvl4pPr algn="l">
              <a:defRPr sz="2025" b="0">
                <a:solidFill>
                  <a:srgbClr val="173B4B"/>
                </a:solidFill>
                <a:latin typeface="Arial"/>
                <a:ea typeface="Arial"/>
                <a:cs typeface="Arial"/>
              </a:defRPr>
            </a:lvl4pPr>
            <a:lvl5pPr algn="l">
              <a:defRPr sz="2025" b="0">
                <a:solidFill>
                  <a:srgbClr val="173B4B"/>
                </a:solidFill>
                <a:latin typeface="Arial"/>
                <a:ea typeface="Arial"/>
                <a:cs typeface="Arial"/>
              </a:defRPr>
            </a:lvl5pPr>
            <a:lvl6pPr algn="l">
              <a:defRPr sz="2025" b="0">
                <a:solidFill>
                  <a:srgbClr val="173B4B"/>
                </a:solidFill>
                <a:latin typeface="Arial"/>
                <a:ea typeface="Arial"/>
                <a:cs typeface="Arial"/>
              </a:defRPr>
            </a:lvl6pPr>
            <a:lvl7pPr algn="l">
              <a:defRPr sz="2025" b="0">
                <a:solidFill>
                  <a:srgbClr val="173B4B"/>
                </a:solidFill>
                <a:latin typeface="Arial"/>
                <a:ea typeface="Arial"/>
                <a:cs typeface="Arial"/>
              </a:defRPr>
            </a:lvl7pPr>
            <a:lvl8pPr algn="l">
              <a:defRPr sz="2025" b="0">
                <a:solidFill>
                  <a:srgbClr val="173B4B"/>
                </a:solidFill>
                <a:latin typeface="Arial"/>
                <a:ea typeface="Arial"/>
                <a:cs typeface="Arial"/>
              </a:defRPr>
            </a:lvl8pPr>
            <a:lvl9pPr algn="l">
              <a:defRPr sz="2025" b="0">
                <a:solidFill>
                  <a:srgbClr val="173B4B"/>
                </a:solidFill>
                <a:latin typeface="Arial"/>
                <a:ea typeface="Arial"/>
                <a:cs typeface="Arial"/>
              </a:defRPr>
            </a:lvl9pPr>
          </a:lstStyle>
          <a:p xmlns:a="http://schemas.openxmlformats.org/drawingml/2006/main">
            <a:pPr algn="l">
              <a:defRPr sz="2025" b="0">
                <a:solidFill>
                  <a:srgbClr val="173B4B"/>
                </a:solidFill>
                <a:latin typeface="Arial"/>
                <a:ea typeface="Arial"/>
                <a:cs typeface="Arial"/>
              </a:defRPr>
            </a:pPr>
            <a:r>
              <a:rPr sz="2025" b="0">
                <a:solidFill>
                  <a:srgbClr val="173B4B"/>
                </a:solidFill>
                <a:latin typeface="Arial"/>
                <a:ea typeface="Arial"/>
                <a:cs typeface="Arial"/>
              </a:rPr>
              <a:t>12 business and storage</a:t>
            </a:r>
          </a:p>
          <a:p xmlns:a="http://schemas.openxmlformats.org/drawingml/2006/main">
            <a:pPr algn="l">
              <a:defRPr sz="2025" b="0">
                <a:solidFill>
                  <a:srgbClr val="173B4B"/>
                </a:solidFill>
                <a:latin typeface="Arial"/>
                <a:ea typeface="Arial"/>
                <a:cs typeface="Arial"/>
              </a:defRPr>
            </a:pPr>
            <a:r>
              <a:rPr sz="2025" b="0">
                <a:solidFill>
                  <a:srgbClr val="173B4B"/>
                </a:solidFill>
                <a:latin typeface="Arial"/>
                <a:ea typeface="Arial"/>
                <a:cs typeface="Arial"/>
              </a:rPr>
              <a:t>8 GUI checks with real Tk widgets</a:t>
            </a:r>
          </a:p>
        </p:txBody>
      </p:sp>
      <p:sp>
        <p:nvSpPr>
          <p:cNvPr id="8" name="text">
            <a:extLst xmlns:a="http://schemas.openxmlformats.org/drawingml/2006/main">
              <a:ext uri="{FF2B5EF4-FFF2-40B4-BE49-F238E27FC236}">
                <a16:creationId xmlns:a16="http://schemas.microsoft.com/office/drawing/2014/main" id="{493B2139-C236-4B55-AEBA-32F6C91C7F3A}"/>
              </a:ext>
            </a:extLst>
          </p:cNvPr>
          <p:cNvSpPr>
            <a:spLocks xmlns:a="http://schemas.openxmlformats.org/drawingml/2006/main" noGrp="1"/>
          </p:cNvSpPr>
          <p:nvPr/>
        </p:nvSpPr>
        <p:spPr>
          <a:xfrm xmlns:a="http://schemas.openxmlformats.org/drawingml/2006/main">
            <a:off x="6477000" y="1666875"/>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200" b="1">
                <a:solidFill>
                  <a:srgbClr val="2A6F6B"/>
                </a:solidFill>
                <a:latin typeface="Arial"/>
                <a:ea typeface="Arial"/>
                <a:cs typeface="Arial"/>
              </a:defRPr>
            </a:defPPr>
            <a:lvl1pPr algn="l">
              <a:defRPr sz="7200" b="1">
                <a:solidFill>
                  <a:srgbClr val="2A6F6B"/>
                </a:solidFill>
                <a:latin typeface="Arial"/>
                <a:ea typeface="Arial"/>
                <a:cs typeface="Arial"/>
              </a:defRPr>
            </a:lvl1pPr>
            <a:lvl2pPr algn="l">
              <a:defRPr sz="7200" b="1">
                <a:solidFill>
                  <a:srgbClr val="2A6F6B"/>
                </a:solidFill>
                <a:latin typeface="Arial"/>
                <a:ea typeface="Arial"/>
                <a:cs typeface="Arial"/>
              </a:defRPr>
            </a:lvl2pPr>
            <a:lvl3pPr algn="l">
              <a:defRPr sz="7200" b="1">
                <a:solidFill>
                  <a:srgbClr val="2A6F6B"/>
                </a:solidFill>
                <a:latin typeface="Arial"/>
                <a:ea typeface="Arial"/>
                <a:cs typeface="Arial"/>
              </a:defRPr>
            </a:lvl3pPr>
            <a:lvl4pPr algn="l">
              <a:defRPr sz="7200" b="1">
                <a:solidFill>
                  <a:srgbClr val="2A6F6B"/>
                </a:solidFill>
                <a:latin typeface="Arial"/>
                <a:ea typeface="Arial"/>
                <a:cs typeface="Arial"/>
              </a:defRPr>
            </a:lvl4pPr>
            <a:lvl5pPr algn="l">
              <a:defRPr sz="7200" b="1">
                <a:solidFill>
                  <a:srgbClr val="2A6F6B"/>
                </a:solidFill>
                <a:latin typeface="Arial"/>
                <a:ea typeface="Arial"/>
                <a:cs typeface="Arial"/>
              </a:defRPr>
            </a:lvl5pPr>
            <a:lvl6pPr algn="l">
              <a:defRPr sz="7200" b="1">
                <a:solidFill>
                  <a:srgbClr val="2A6F6B"/>
                </a:solidFill>
                <a:latin typeface="Arial"/>
                <a:ea typeface="Arial"/>
                <a:cs typeface="Arial"/>
              </a:defRPr>
            </a:lvl6pPr>
            <a:lvl7pPr algn="l">
              <a:defRPr sz="7200" b="1">
                <a:solidFill>
                  <a:srgbClr val="2A6F6B"/>
                </a:solidFill>
                <a:latin typeface="Arial"/>
                <a:ea typeface="Arial"/>
                <a:cs typeface="Arial"/>
              </a:defRPr>
            </a:lvl7pPr>
            <a:lvl8pPr algn="l">
              <a:defRPr sz="7200" b="1">
                <a:solidFill>
                  <a:srgbClr val="2A6F6B"/>
                </a:solidFill>
                <a:latin typeface="Arial"/>
                <a:ea typeface="Arial"/>
                <a:cs typeface="Arial"/>
              </a:defRPr>
            </a:lvl8pPr>
            <a:lvl9pPr algn="l">
              <a:defRPr sz="7200" b="1">
                <a:solidFill>
                  <a:srgbClr val="2A6F6B"/>
                </a:solidFill>
                <a:latin typeface="Arial"/>
                <a:ea typeface="Arial"/>
                <a:cs typeface="Arial"/>
              </a:defRPr>
            </a:lvl9pPr>
          </a:lstStyle>
          <a:p xmlns:a="http://schemas.openxmlformats.org/drawingml/2006/main">
            <a:pPr algn="l">
              <a:defRPr sz="7200" b="1">
                <a:solidFill>
                  <a:srgbClr val="2A6F6B"/>
                </a:solidFill>
                <a:latin typeface="Arial"/>
                <a:ea typeface="Arial"/>
                <a:cs typeface="Arial"/>
              </a:defRPr>
            </a:pPr>
            <a:r>
              <a:rPr sz="7200" b="1">
                <a:solidFill>
                  <a:srgbClr val="2A6F6B"/>
                </a:solidFill>
                <a:latin typeface="Arial"/>
                <a:ea typeface="Arial"/>
                <a:cs typeface="Arial"/>
              </a:rPr>
              <a:t>12</a:t>
            </a:r>
          </a:p>
        </p:txBody>
      </p:sp>
      <p:sp>
        <p:nvSpPr>
          <p:cNvPr id="9" name="text">
            <a:extLst xmlns:a="http://schemas.openxmlformats.org/drawingml/2006/main">
              <a:ext uri="{FF2B5EF4-FFF2-40B4-BE49-F238E27FC236}">
                <a16:creationId xmlns:a16="http://schemas.microsoft.com/office/drawing/2014/main" id="{9E660B49-332F-4C5D-AA9D-265F1210E54C}"/>
              </a:ext>
            </a:extLst>
          </p:cNvPr>
          <p:cNvSpPr>
            <a:spLocks xmlns:a="http://schemas.openxmlformats.org/drawingml/2006/main" noGrp="1"/>
          </p:cNvSpPr>
          <p:nvPr/>
        </p:nvSpPr>
        <p:spPr>
          <a:xfrm xmlns:a="http://schemas.openxmlformats.org/drawingml/2006/main">
            <a:off x="6477000" y="28479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B4B"/>
                </a:solidFill>
                <a:latin typeface="Arial"/>
                <a:ea typeface="Arial"/>
                <a:cs typeface="Arial"/>
              </a:defRPr>
            </a:defPPr>
            <a:lvl1pPr algn="l">
              <a:defRPr sz="2175" b="1">
                <a:solidFill>
                  <a:srgbClr val="173B4B"/>
                </a:solidFill>
                <a:latin typeface="Arial"/>
                <a:ea typeface="Arial"/>
                <a:cs typeface="Arial"/>
              </a:defRPr>
            </a:lvl1pPr>
            <a:lvl2pPr algn="l">
              <a:defRPr sz="2175" b="1">
                <a:solidFill>
                  <a:srgbClr val="173B4B"/>
                </a:solidFill>
                <a:latin typeface="Arial"/>
                <a:ea typeface="Arial"/>
                <a:cs typeface="Arial"/>
              </a:defRPr>
            </a:lvl2pPr>
            <a:lvl3pPr algn="l">
              <a:defRPr sz="2175" b="1">
                <a:solidFill>
                  <a:srgbClr val="173B4B"/>
                </a:solidFill>
                <a:latin typeface="Arial"/>
                <a:ea typeface="Arial"/>
                <a:cs typeface="Arial"/>
              </a:defRPr>
            </a:lvl3pPr>
            <a:lvl4pPr algn="l">
              <a:defRPr sz="2175" b="1">
                <a:solidFill>
                  <a:srgbClr val="173B4B"/>
                </a:solidFill>
                <a:latin typeface="Arial"/>
                <a:ea typeface="Arial"/>
                <a:cs typeface="Arial"/>
              </a:defRPr>
            </a:lvl4pPr>
            <a:lvl5pPr algn="l">
              <a:defRPr sz="2175" b="1">
                <a:solidFill>
                  <a:srgbClr val="173B4B"/>
                </a:solidFill>
                <a:latin typeface="Arial"/>
                <a:ea typeface="Arial"/>
                <a:cs typeface="Arial"/>
              </a:defRPr>
            </a:lvl5pPr>
            <a:lvl6pPr algn="l">
              <a:defRPr sz="2175" b="1">
                <a:solidFill>
                  <a:srgbClr val="173B4B"/>
                </a:solidFill>
                <a:latin typeface="Arial"/>
                <a:ea typeface="Arial"/>
                <a:cs typeface="Arial"/>
              </a:defRPr>
            </a:lvl6pPr>
            <a:lvl7pPr algn="l">
              <a:defRPr sz="2175" b="1">
                <a:solidFill>
                  <a:srgbClr val="173B4B"/>
                </a:solidFill>
                <a:latin typeface="Arial"/>
                <a:ea typeface="Arial"/>
                <a:cs typeface="Arial"/>
              </a:defRPr>
            </a:lvl7pPr>
            <a:lvl8pPr algn="l">
              <a:defRPr sz="2175" b="1">
                <a:solidFill>
                  <a:srgbClr val="173B4B"/>
                </a:solidFill>
                <a:latin typeface="Arial"/>
                <a:ea typeface="Arial"/>
                <a:cs typeface="Arial"/>
              </a:defRPr>
            </a:lvl8pPr>
            <a:lvl9pPr algn="l">
              <a:defRPr sz="2175" b="1">
                <a:solidFill>
                  <a:srgbClr val="173B4B"/>
                </a:solidFill>
                <a:latin typeface="Arial"/>
                <a:ea typeface="Arial"/>
                <a:cs typeface="Arial"/>
              </a:defRPr>
            </a:lvl9pPr>
          </a:lstStyle>
          <a:p xmlns:a="http://schemas.openxmlformats.org/drawingml/2006/main">
            <a:pPr algn="l">
              <a:defRPr sz="2175" b="1">
                <a:solidFill>
                  <a:srgbClr val="173B4B"/>
                </a:solidFill>
                <a:latin typeface="Arial"/>
                <a:ea typeface="Arial"/>
                <a:cs typeface="Arial"/>
              </a:defRPr>
            </a:pPr>
            <a:r>
              <a:rPr sz="2175" b="1">
                <a:solidFill>
                  <a:srgbClr val="173B4B"/>
                </a:solidFill>
                <a:latin typeface="Arial"/>
                <a:ea typeface="Arial"/>
                <a:cs typeface="Arial"/>
              </a:rPr>
              <a:t>acceptance checks passed</a:t>
            </a:r>
          </a:p>
        </p:txBody>
      </p:sp>
      <p:sp>
        <p:nvSpPr>
          <p:cNvPr id="10" name="text">
            <a:extLst xmlns:a="http://schemas.openxmlformats.org/drawingml/2006/main">
              <a:ext uri="{FF2B5EF4-FFF2-40B4-BE49-F238E27FC236}">
                <a16:creationId xmlns:a16="http://schemas.microsoft.com/office/drawing/2014/main" id="{407EACFC-4FC4-4B4B-AE1C-44A4679DFCE9}"/>
              </a:ext>
            </a:extLst>
          </p:cNvPr>
          <p:cNvSpPr>
            <a:spLocks xmlns:a="http://schemas.openxmlformats.org/drawingml/2006/main" noGrp="1"/>
          </p:cNvSpPr>
          <p:nvPr/>
        </p:nvSpPr>
        <p:spPr>
          <a:xfrm xmlns:a="http://schemas.openxmlformats.org/drawingml/2006/main">
            <a:off x="6477000" y="3390900"/>
            <a:ext cx="5105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3B4B"/>
                </a:solidFill>
                <a:latin typeface="Arial"/>
                <a:ea typeface="Arial"/>
                <a:cs typeface="Arial"/>
              </a:defRPr>
            </a:defPPr>
            <a:lvl1pPr algn="l">
              <a:defRPr sz="2025" b="0">
                <a:solidFill>
                  <a:srgbClr val="173B4B"/>
                </a:solidFill>
                <a:latin typeface="Arial"/>
                <a:ea typeface="Arial"/>
                <a:cs typeface="Arial"/>
              </a:defRPr>
            </a:lvl1pPr>
            <a:lvl2pPr algn="l">
              <a:defRPr sz="2025" b="0">
                <a:solidFill>
                  <a:srgbClr val="173B4B"/>
                </a:solidFill>
                <a:latin typeface="Arial"/>
                <a:ea typeface="Arial"/>
                <a:cs typeface="Arial"/>
              </a:defRPr>
            </a:lvl2pPr>
            <a:lvl3pPr algn="l">
              <a:defRPr sz="2025" b="0">
                <a:solidFill>
                  <a:srgbClr val="173B4B"/>
                </a:solidFill>
                <a:latin typeface="Arial"/>
                <a:ea typeface="Arial"/>
                <a:cs typeface="Arial"/>
              </a:defRPr>
            </a:lvl3pPr>
            <a:lvl4pPr algn="l">
              <a:defRPr sz="2025" b="0">
                <a:solidFill>
                  <a:srgbClr val="173B4B"/>
                </a:solidFill>
                <a:latin typeface="Arial"/>
                <a:ea typeface="Arial"/>
                <a:cs typeface="Arial"/>
              </a:defRPr>
            </a:lvl4pPr>
            <a:lvl5pPr algn="l">
              <a:defRPr sz="2025" b="0">
                <a:solidFill>
                  <a:srgbClr val="173B4B"/>
                </a:solidFill>
                <a:latin typeface="Arial"/>
                <a:ea typeface="Arial"/>
                <a:cs typeface="Arial"/>
              </a:defRPr>
            </a:lvl5pPr>
            <a:lvl6pPr algn="l">
              <a:defRPr sz="2025" b="0">
                <a:solidFill>
                  <a:srgbClr val="173B4B"/>
                </a:solidFill>
                <a:latin typeface="Arial"/>
                <a:ea typeface="Arial"/>
                <a:cs typeface="Arial"/>
              </a:defRPr>
            </a:lvl6pPr>
            <a:lvl7pPr algn="l">
              <a:defRPr sz="2025" b="0">
                <a:solidFill>
                  <a:srgbClr val="173B4B"/>
                </a:solidFill>
                <a:latin typeface="Arial"/>
                <a:ea typeface="Arial"/>
                <a:cs typeface="Arial"/>
              </a:defRPr>
            </a:lvl7pPr>
            <a:lvl8pPr algn="l">
              <a:defRPr sz="2025" b="0">
                <a:solidFill>
                  <a:srgbClr val="173B4B"/>
                </a:solidFill>
                <a:latin typeface="Arial"/>
                <a:ea typeface="Arial"/>
                <a:cs typeface="Arial"/>
              </a:defRPr>
            </a:lvl8pPr>
            <a:lvl9pPr algn="l">
              <a:defRPr sz="2025" b="0">
                <a:solidFill>
                  <a:srgbClr val="173B4B"/>
                </a:solidFill>
                <a:latin typeface="Arial"/>
                <a:ea typeface="Arial"/>
                <a:cs typeface="Arial"/>
              </a:defRPr>
            </a:lvl9pPr>
          </a:lstStyle>
          <a:p xmlns:a="http://schemas.openxmlformats.org/drawingml/2006/main">
            <a:pPr algn="l">
              <a:defRPr sz="2025" b="0">
                <a:solidFill>
                  <a:srgbClr val="173B4B"/>
                </a:solidFill>
                <a:latin typeface="Arial"/>
                <a:ea typeface="Arial"/>
                <a:cs typeface="Arial"/>
              </a:defRPr>
            </a:pPr>
            <a:r>
              <a:rPr sz="2025" b="0">
                <a:solidFill>
                  <a:srgbClr val="173B4B"/>
                </a:solidFill>
                <a:latin typeface="Arial"/>
                <a:ea typeface="Arial"/>
                <a:cs typeface="Arial"/>
              </a:rPr>
              <a:t>Borrow, reject, return, restart,</a:t>
            </a:r>
          </a:p>
          <a:p xmlns:a="http://schemas.openxmlformats.org/drawingml/2006/main">
            <a:pPr algn="l">
              <a:defRPr sz="2025" b="0">
                <a:solidFill>
                  <a:srgbClr val="173B4B"/>
                </a:solidFill>
                <a:latin typeface="Arial"/>
                <a:ea typeface="Arial"/>
                <a:cs typeface="Arial"/>
              </a:defRPr>
            </a:pPr>
            <a:r>
              <a:rPr sz="2025" b="0">
                <a:solidFill>
                  <a:srgbClr val="173B4B"/>
                </a:solidFill>
                <a:latin typeface="Arial"/>
                <a:ea typeface="Arial"/>
                <a:cs typeface="Arial"/>
              </a:rPr>
              <a:t>Unicode, new devices and phone</a:t>
            </a:r>
          </a:p>
        </p:txBody>
      </p:sp>
      <p:sp>
        <p:nvSpPr>
          <p:cNvPr id="11" name="text">
            <a:extLst xmlns:a="http://schemas.openxmlformats.org/drawingml/2006/main">
              <a:ext uri="{FF2B5EF4-FFF2-40B4-BE49-F238E27FC236}">
                <a16:creationId xmlns:a16="http://schemas.microsoft.com/office/drawing/2014/main" id="{074AD5AF-0293-4128-9C23-611CF5E57EAB}"/>
              </a:ext>
            </a:extLst>
          </p:cNvPr>
          <p:cNvSpPr>
            <a:spLocks xmlns:a="http://schemas.openxmlformats.org/drawingml/2006/main" noGrp="1"/>
          </p:cNvSpPr>
          <p:nvPr/>
        </p:nvSpPr>
        <p:spPr>
          <a:xfrm xmlns:a="http://schemas.openxmlformats.org/drawingml/2006/main">
            <a:off x="609600" y="48101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macOS execution recorded on 24 October 2026</a:t>
            </a:r>
          </a:p>
        </p:txBody>
      </p:sp>
      <p:sp>
        <p:nvSpPr>
          <p:cNvPr id="12" name="text">
            <a:extLst xmlns:a="http://schemas.openxmlformats.org/drawingml/2006/main">
              <a:ext uri="{FF2B5EF4-FFF2-40B4-BE49-F238E27FC236}">
                <a16:creationId xmlns:a16="http://schemas.microsoft.com/office/drawing/2014/main" id="{3121F64C-951E-45E2-B484-6D40FFBB6BE7}"/>
              </a:ext>
            </a:extLst>
          </p:cNvPr>
          <p:cNvSpPr>
            <a:spLocks xmlns:a="http://schemas.openxmlformats.org/drawingml/2006/main" noGrp="1"/>
          </p:cNvSpPr>
          <p:nvPr/>
        </p:nvSpPr>
        <p:spPr>
          <a:xfrm xmlns:a="http://schemas.openxmlformats.org/drawingml/2006/main">
            <a:off x="609600" y="54864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A6F76"/>
                </a:solidFill>
                <a:latin typeface="Arial"/>
                <a:ea typeface="Arial"/>
                <a:cs typeface="Arial"/>
              </a:defRPr>
            </a:defPPr>
            <a:lvl1pPr algn="l">
              <a:defRPr sz="1950" b="0">
                <a:solidFill>
                  <a:srgbClr val="5A6F76"/>
                </a:solidFill>
                <a:latin typeface="Arial"/>
                <a:ea typeface="Arial"/>
                <a:cs typeface="Arial"/>
              </a:defRPr>
            </a:lvl1pPr>
            <a:lvl2pPr algn="l">
              <a:defRPr sz="1950" b="0">
                <a:solidFill>
                  <a:srgbClr val="5A6F76"/>
                </a:solidFill>
                <a:latin typeface="Arial"/>
                <a:ea typeface="Arial"/>
                <a:cs typeface="Arial"/>
              </a:defRPr>
            </a:lvl2pPr>
            <a:lvl3pPr algn="l">
              <a:defRPr sz="1950" b="0">
                <a:solidFill>
                  <a:srgbClr val="5A6F76"/>
                </a:solidFill>
                <a:latin typeface="Arial"/>
                <a:ea typeface="Arial"/>
                <a:cs typeface="Arial"/>
              </a:defRPr>
            </a:lvl3pPr>
            <a:lvl4pPr algn="l">
              <a:defRPr sz="1950" b="0">
                <a:solidFill>
                  <a:srgbClr val="5A6F76"/>
                </a:solidFill>
                <a:latin typeface="Arial"/>
                <a:ea typeface="Arial"/>
                <a:cs typeface="Arial"/>
              </a:defRPr>
            </a:lvl4pPr>
            <a:lvl5pPr algn="l">
              <a:defRPr sz="1950" b="0">
                <a:solidFill>
                  <a:srgbClr val="5A6F76"/>
                </a:solidFill>
                <a:latin typeface="Arial"/>
                <a:ea typeface="Arial"/>
                <a:cs typeface="Arial"/>
              </a:defRPr>
            </a:lvl5pPr>
            <a:lvl6pPr algn="l">
              <a:defRPr sz="1950" b="0">
                <a:solidFill>
                  <a:srgbClr val="5A6F76"/>
                </a:solidFill>
                <a:latin typeface="Arial"/>
                <a:ea typeface="Arial"/>
                <a:cs typeface="Arial"/>
              </a:defRPr>
            </a:lvl6pPr>
            <a:lvl7pPr algn="l">
              <a:defRPr sz="1950" b="0">
                <a:solidFill>
                  <a:srgbClr val="5A6F76"/>
                </a:solidFill>
                <a:latin typeface="Arial"/>
                <a:ea typeface="Arial"/>
                <a:cs typeface="Arial"/>
              </a:defRPr>
            </a:lvl7pPr>
            <a:lvl8pPr algn="l">
              <a:defRPr sz="1950" b="0">
                <a:solidFill>
                  <a:srgbClr val="5A6F76"/>
                </a:solidFill>
                <a:latin typeface="Arial"/>
                <a:ea typeface="Arial"/>
                <a:cs typeface="Arial"/>
              </a:defRPr>
            </a:lvl8pPr>
            <a:lvl9pPr algn="l">
              <a:defRPr sz="1950" b="0">
                <a:solidFill>
                  <a:srgbClr val="5A6F76"/>
                </a:solidFill>
                <a:latin typeface="Arial"/>
                <a:ea typeface="Arial"/>
                <a:cs typeface="Arial"/>
              </a:defRPr>
            </a:lvl9pPr>
          </a:lstStyle>
          <a:p xmlns:a="http://schemas.openxmlformats.org/drawingml/2006/main">
            <a:pPr algn="l">
              <a:defRPr sz="1950" b="0">
                <a:solidFill>
                  <a:srgbClr val="5A6F76"/>
                </a:solidFill>
                <a:latin typeface="Arial"/>
                <a:ea typeface="Arial"/>
                <a:cs typeface="Arial"/>
              </a:defRPr>
            </a:pPr>
            <a:r>
              <a:rPr sz="1950" b="0">
                <a:solidFill>
                  <a:srgbClr val="5A6F76"/>
                </a:solidFill>
                <a:latin typeface="Arial"/>
                <a:ea typeface="Arial"/>
                <a:cs typeface="Arial"/>
              </a:rPr>
              <a:t>Windows launcher included; a real Windows run is still required.</a:t>
            </a:r>
          </a:p>
          <a:p xmlns:a="http://schemas.openxmlformats.org/drawingml/2006/main">
            <a:pPr algn="l">
              <a:defRPr sz="1950" b="0">
                <a:solidFill>
                  <a:srgbClr val="5A6F76"/>
                </a:solidFill>
                <a:latin typeface="Arial"/>
                <a:ea typeface="Arial"/>
                <a:cs typeface="Arial"/>
              </a:defRPr>
            </a:pPr>
            <a:r>
              <a:rPr sz="1950" b="0">
                <a:solidFill>
                  <a:srgbClr val="5A6F76"/>
                </a:solidFill>
                <a:latin typeface="Arial"/>
                <a:ea typeface="Arial"/>
                <a:cs typeface="Arial"/>
              </a:rPr>
              <a:t>Technical verification does not establish client acceptance.</a:t>
            </a:r>
          </a:p>
        </p:txBody>
      </p:sp>
    </p:spTree>
    <p:extLst>
      <p:ext uri="{BB962C8B-B14F-4D97-AF65-F5344CB8AC3E}">
        <p14:creationId xmlns:p14="http://schemas.microsoft.com/office/powerpoint/2010/main" val="734057821"/>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3" name="course">
            <a:extLst xmlns:a="http://schemas.openxmlformats.org/drawingml/2006/main">
              <a:ext uri="{FF2B5EF4-FFF2-40B4-BE49-F238E27FC236}">
                <a16:creationId xmlns:a16="http://schemas.microsoft.com/office/drawing/2014/main" id="{4BFF3E34-B40A-4FA8-BE22-6C3008FED57F}"/>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D83780C7-CF44-4AFD-8087-459880CF69A5}"/>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Cultural considerations and Te Tiriti</a:t>
            </a:r>
          </a:p>
        </p:txBody>
      </p:sp>
      <p:sp>
        <p:nvSpPr>
          <p:cNvPr id="3" name="speaker-time">
            <a:extLst xmlns:a="http://schemas.openxmlformats.org/drawingml/2006/main">
              <a:ext uri="{FF2B5EF4-FFF2-40B4-BE49-F238E27FC236}">
                <a16:creationId xmlns:a16="http://schemas.microsoft.com/office/drawing/2014/main" id="{700A89F9-15EB-47CE-A818-C5841657B700}"/>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Yonghui Dai  |  11:30–13:00</a:t>
            </a:r>
          </a:p>
        </p:txBody>
      </p:sp>
      <p:sp>
        <p:nvSpPr>
          <p:cNvPr id="4" name="page">
            <a:extLst xmlns:a="http://schemas.openxmlformats.org/drawingml/2006/main">
              <a:ext uri="{FF2B5EF4-FFF2-40B4-BE49-F238E27FC236}">
                <a16:creationId xmlns:a16="http://schemas.microsoft.com/office/drawing/2014/main" id="{4CD430A3-2F71-4373-AC76-1A887D15FF16}"/>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10 / 12</a:t>
            </a:r>
          </a:p>
        </p:txBody>
      </p:sp>
      <p:sp>
        <p:nvSpPr>
          <p:cNvPr id="5" name="text">
            <a:extLst xmlns:a="http://schemas.openxmlformats.org/drawingml/2006/main">
              <a:ext uri="{FF2B5EF4-FFF2-40B4-BE49-F238E27FC236}">
                <a16:creationId xmlns:a16="http://schemas.microsoft.com/office/drawing/2014/main" id="{959E76F2-2CCB-43A1-B104-590C203751A3}"/>
              </a:ext>
            </a:extLst>
          </p:cNvPr>
          <p:cNvSpPr>
            <a:spLocks xmlns:a="http://schemas.openxmlformats.org/drawingml/2006/main" noGrp="1"/>
          </p:cNvSpPr>
          <p:nvPr/>
        </p:nvSpPr>
        <p:spPr>
          <a:xfrm xmlns:a="http://schemas.openxmlformats.org/drawingml/2006/main">
            <a:off x="609600" y="1762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Partnership</a:t>
            </a:r>
          </a:p>
        </p:txBody>
      </p:sp>
      <p:sp>
        <p:nvSpPr>
          <p:cNvPr id="6" name="text">
            <a:extLst xmlns:a="http://schemas.openxmlformats.org/drawingml/2006/main">
              <a:ext uri="{FF2B5EF4-FFF2-40B4-BE49-F238E27FC236}">
                <a16:creationId xmlns:a16="http://schemas.microsoft.com/office/drawing/2014/main" id="{435AA280-76DF-41E2-899A-DD1D1B11E512}"/>
              </a:ext>
            </a:extLst>
          </p:cNvPr>
          <p:cNvSpPr>
            <a:spLocks xmlns:a="http://schemas.openxmlformats.org/drawingml/2006/main" noGrp="1"/>
          </p:cNvSpPr>
          <p:nvPr/>
        </p:nvSpPr>
        <p:spPr>
          <a:xfrm xmlns:a="http://schemas.openxmlformats.org/drawingml/2006/main">
            <a:off x="3810000" y="1790700"/>
            <a:ext cx="7772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Seek appropriate guidance before settling cultural decisions.</a:t>
            </a:r>
          </a:p>
        </p:txBody>
      </p:sp>
      <p:sp>
        <p:nvSpPr>
          <p:cNvPr id="7" name="text">
            <a:extLst xmlns:a="http://schemas.openxmlformats.org/drawingml/2006/main">
              <a:ext uri="{FF2B5EF4-FFF2-40B4-BE49-F238E27FC236}">
                <a16:creationId xmlns:a16="http://schemas.microsoft.com/office/drawing/2014/main" id="{F82A8534-8EEF-40F3-B658-F6A77D036395}"/>
              </a:ext>
            </a:extLst>
          </p:cNvPr>
          <p:cNvSpPr>
            <a:spLocks xmlns:a="http://schemas.openxmlformats.org/drawingml/2006/main" noGrp="1"/>
          </p:cNvSpPr>
          <p:nvPr/>
        </p:nvSpPr>
        <p:spPr>
          <a:xfrm xmlns:a="http://schemas.openxmlformats.org/drawingml/2006/main">
            <a:off x="609600" y="2905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Participation</a:t>
            </a:r>
          </a:p>
        </p:txBody>
      </p:sp>
      <p:sp>
        <p:nvSpPr>
          <p:cNvPr id="8" name="text">
            <a:extLst xmlns:a="http://schemas.openxmlformats.org/drawingml/2006/main">
              <a:ext uri="{FF2B5EF4-FFF2-40B4-BE49-F238E27FC236}">
                <a16:creationId xmlns:a16="http://schemas.microsoft.com/office/drawing/2014/main" id="{16C72216-7F99-434D-87BD-D7FD65781040}"/>
              </a:ext>
            </a:extLst>
          </p:cNvPr>
          <p:cNvSpPr>
            <a:spLocks xmlns:a="http://schemas.openxmlformats.org/drawingml/2006/main" noGrp="1"/>
          </p:cNvSpPr>
          <p:nvPr/>
        </p:nvSpPr>
        <p:spPr>
          <a:xfrm xmlns:a="http://schemas.openxmlformats.org/drawingml/2006/main">
            <a:off x="3810000" y="2933700"/>
            <a:ext cx="7772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Invite relevant people to influence requirements and review.</a:t>
            </a:r>
          </a:p>
        </p:txBody>
      </p:sp>
      <p:sp>
        <p:nvSpPr>
          <p:cNvPr id="9" name="text">
            <a:extLst xmlns:a="http://schemas.openxmlformats.org/drawingml/2006/main">
              <a:ext uri="{FF2B5EF4-FFF2-40B4-BE49-F238E27FC236}">
                <a16:creationId xmlns:a16="http://schemas.microsoft.com/office/drawing/2014/main" id="{7F96DBC2-7D70-43DF-A11C-63453B10AD44}"/>
              </a:ext>
            </a:extLst>
          </p:cNvPr>
          <p:cNvSpPr>
            <a:spLocks xmlns:a="http://schemas.openxmlformats.org/drawingml/2006/main" noGrp="1"/>
          </p:cNvSpPr>
          <p:nvPr/>
        </p:nvSpPr>
        <p:spPr>
          <a:xfrm xmlns:a="http://schemas.openxmlformats.org/drawingml/2006/main">
            <a:off x="609600" y="4048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Protection</a:t>
            </a:r>
          </a:p>
        </p:txBody>
      </p:sp>
      <p:sp>
        <p:nvSpPr>
          <p:cNvPr id="10" name="text">
            <a:extLst xmlns:a="http://schemas.openxmlformats.org/drawingml/2006/main">
              <a:ext uri="{FF2B5EF4-FFF2-40B4-BE49-F238E27FC236}">
                <a16:creationId xmlns:a16="http://schemas.microsoft.com/office/drawing/2014/main" id="{4943EC9C-1C99-4AC2-A99B-3B6893E4C0BF}"/>
              </a:ext>
            </a:extLst>
          </p:cNvPr>
          <p:cNvSpPr>
            <a:spLocks xmlns:a="http://schemas.openxmlformats.org/drawingml/2006/main" noGrp="1"/>
          </p:cNvSpPr>
          <p:nvPr/>
        </p:nvSpPr>
        <p:spPr>
          <a:xfrm xmlns:a="http://schemas.openxmlformats.org/drawingml/2006/main">
            <a:off x="3810000" y="4076700"/>
            <a:ext cx="7772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Review why phone data is needed, access and retention.</a:t>
            </a:r>
          </a:p>
        </p:txBody>
      </p:sp>
      <p:sp>
        <p:nvSpPr>
          <p:cNvPr id="11" name="text">
            <a:extLst xmlns:a="http://schemas.openxmlformats.org/drawingml/2006/main">
              <a:ext uri="{FF2B5EF4-FFF2-40B4-BE49-F238E27FC236}">
                <a16:creationId xmlns:a16="http://schemas.microsoft.com/office/drawing/2014/main" id="{D1F313A4-D690-41C2-8E5F-A0EFC60DBF9D}"/>
              </a:ext>
            </a:extLst>
          </p:cNvPr>
          <p:cNvSpPr>
            <a:spLocks xmlns:a="http://schemas.openxmlformats.org/drawingml/2006/main" noGrp="1"/>
          </p:cNvSpPr>
          <p:nvPr/>
        </p:nvSpPr>
        <p:spPr>
          <a:xfrm xmlns:a="http://schemas.openxmlformats.org/drawingml/2006/main">
            <a:off x="609600" y="52578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Kaiārahi consultation: OPEN</a:t>
            </a:r>
          </a:p>
        </p:txBody>
      </p:sp>
      <p:sp>
        <p:nvSpPr>
          <p:cNvPr id="12" name="text">
            <a:extLst xmlns:a="http://schemas.openxmlformats.org/drawingml/2006/main">
              <a:ext uri="{FF2B5EF4-FFF2-40B4-BE49-F238E27FC236}">
                <a16:creationId xmlns:a16="http://schemas.microsoft.com/office/drawing/2014/main" id="{5C859A4B-4D1C-4FF9-8F1F-DEBAB3210EB8}"/>
              </a:ext>
            </a:extLst>
          </p:cNvPr>
          <p:cNvSpPr>
            <a:spLocks xmlns:a="http://schemas.openxmlformats.org/drawingml/2006/main" noGrp="1"/>
          </p:cNvSpPr>
          <p:nvPr/>
        </p:nvSpPr>
        <p:spPr>
          <a:xfrm xmlns:a="http://schemas.openxmlformats.org/drawingml/2006/main">
            <a:off x="609600" y="58102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A6F76"/>
                </a:solidFill>
                <a:latin typeface="Arial"/>
                <a:ea typeface="Arial"/>
                <a:cs typeface="Arial"/>
              </a:defRPr>
            </a:defPPr>
            <a:lvl1pPr algn="l">
              <a:defRPr sz="1875" b="0">
                <a:solidFill>
                  <a:srgbClr val="5A6F76"/>
                </a:solidFill>
                <a:latin typeface="Arial"/>
                <a:ea typeface="Arial"/>
                <a:cs typeface="Arial"/>
              </a:defRPr>
            </a:lvl1pPr>
            <a:lvl2pPr algn="l">
              <a:defRPr sz="1875" b="0">
                <a:solidFill>
                  <a:srgbClr val="5A6F76"/>
                </a:solidFill>
                <a:latin typeface="Arial"/>
                <a:ea typeface="Arial"/>
                <a:cs typeface="Arial"/>
              </a:defRPr>
            </a:lvl2pPr>
            <a:lvl3pPr algn="l">
              <a:defRPr sz="1875" b="0">
                <a:solidFill>
                  <a:srgbClr val="5A6F76"/>
                </a:solidFill>
                <a:latin typeface="Arial"/>
                <a:ea typeface="Arial"/>
                <a:cs typeface="Arial"/>
              </a:defRPr>
            </a:lvl3pPr>
            <a:lvl4pPr algn="l">
              <a:defRPr sz="1875" b="0">
                <a:solidFill>
                  <a:srgbClr val="5A6F76"/>
                </a:solidFill>
                <a:latin typeface="Arial"/>
                <a:ea typeface="Arial"/>
                <a:cs typeface="Arial"/>
              </a:defRPr>
            </a:lvl4pPr>
            <a:lvl5pPr algn="l">
              <a:defRPr sz="1875" b="0">
                <a:solidFill>
                  <a:srgbClr val="5A6F76"/>
                </a:solidFill>
                <a:latin typeface="Arial"/>
                <a:ea typeface="Arial"/>
                <a:cs typeface="Arial"/>
              </a:defRPr>
            </a:lvl5pPr>
            <a:lvl6pPr algn="l">
              <a:defRPr sz="1875" b="0">
                <a:solidFill>
                  <a:srgbClr val="5A6F76"/>
                </a:solidFill>
                <a:latin typeface="Arial"/>
                <a:ea typeface="Arial"/>
                <a:cs typeface="Arial"/>
              </a:defRPr>
            </a:lvl6pPr>
            <a:lvl7pPr algn="l">
              <a:defRPr sz="1875" b="0">
                <a:solidFill>
                  <a:srgbClr val="5A6F76"/>
                </a:solidFill>
                <a:latin typeface="Arial"/>
                <a:ea typeface="Arial"/>
                <a:cs typeface="Arial"/>
              </a:defRPr>
            </a:lvl7pPr>
            <a:lvl8pPr algn="l">
              <a:defRPr sz="1875" b="0">
                <a:solidFill>
                  <a:srgbClr val="5A6F76"/>
                </a:solidFill>
                <a:latin typeface="Arial"/>
                <a:ea typeface="Arial"/>
                <a:cs typeface="Arial"/>
              </a:defRPr>
            </a:lvl8pPr>
            <a:lvl9pPr algn="l">
              <a:defRPr sz="1875" b="0">
                <a:solidFill>
                  <a:srgbClr val="5A6F76"/>
                </a:solidFill>
                <a:latin typeface="Arial"/>
                <a:ea typeface="Arial"/>
                <a:cs typeface="Arial"/>
              </a:defRPr>
            </a:lvl9pPr>
          </a:lstStyle>
          <a:p xmlns:a="http://schemas.openxmlformats.org/drawingml/2006/main">
            <a:pPr algn="l">
              <a:defRPr sz="1875" b="0">
                <a:solidFill>
                  <a:srgbClr val="5A6F76"/>
                </a:solidFill>
                <a:latin typeface="Arial"/>
                <a:ea typeface="Arial"/>
                <a:cs typeface="Arial"/>
              </a:defRPr>
            </a:pPr>
            <a:r>
              <a:rPr sz="1875" b="0">
                <a:solidFill>
                  <a:srgbClr val="5A6F76"/>
                </a:solidFill>
                <a:latin typeface="Arial"/>
                <a:ea typeface="Arial"/>
                <a:cs typeface="Arial"/>
              </a:rPr>
              <a:t>Unicode support is implemented; cultural suitability needs appropriate review.</a:t>
            </a:r>
          </a:p>
        </p:txBody>
      </p:sp>
    </p:spTree>
    <p:extLst>
      <p:ext uri="{BB962C8B-B14F-4D97-AF65-F5344CB8AC3E}">
        <p14:creationId xmlns:p14="http://schemas.microsoft.com/office/powerpoint/2010/main" val="2137881048"/>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2663ED2C-76FB-42D3-BC10-A2113559654A}"/>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7AF23031-7ED3-4670-A83F-DBC54A6A76D6}"/>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Reflection and next review</a:t>
            </a:r>
          </a:p>
        </p:txBody>
      </p:sp>
      <p:sp>
        <p:nvSpPr>
          <p:cNvPr id="3" name="speaker-time">
            <a:extLst xmlns:a="http://schemas.openxmlformats.org/drawingml/2006/main">
              <a:ext uri="{FF2B5EF4-FFF2-40B4-BE49-F238E27FC236}">
                <a16:creationId xmlns:a16="http://schemas.microsoft.com/office/drawing/2014/main" id="{2F47EDC7-5571-468A-875F-CFBCCCD51263}"/>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Yonghui Dai  |  13:00–14:30</a:t>
            </a:r>
          </a:p>
        </p:txBody>
      </p:sp>
      <p:sp>
        <p:nvSpPr>
          <p:cNvPr id="4" name="page">
            <a:extLst xmlns:a="http://schemas.openxmlformats.org/drawingml/2006/main">
              <a:ext uri="{FF2B5EF4-FFF2-40B4-BE49-F238E27FC236}">
                <a16:creationId xmlns:a16="http://schemas.microsoft.com/office/drawing/2014/main" id="{EC735933-9F74-4159-BE4E-4E108EAE3AB4}"/>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11 / 12</a:t>
            </a:r>
          </a:p>
        </p:txBody>
      </p:sp>
      <p:sp>
        <p:nvSpPr>
          <p:cNvPr id="5" name="text">
            <a:extLst xmlns:a="http://schemas.openxmlformats.org/drawingml/2006/main">
              <a:ext uri="{FF2B5EF4-FFF2-40B4-BE49-F238E27FC236}">
                <a16:creationId xmlns:a16="http://schemas.microsoft.com/office/drawing/2014/main" id="{AB0B7F4A-5AE2-44DF-83D1-25388596BDF2}"/>
              </a:ext>
            </a:extLst>
          </p:cNvPr>
          <p:cNvSpPr>
            <a:spLocks xmlns:a="http://schemas.openxmlformats.org/drawingml/2006/main" noGrp="1"/>
          </p:cNvSpPr>
          <p:nvPr/>
        </p:nvSpPr>
        <p:spPr>
          <a:xfrm xmlns:a="http://schemas.openxmlformats.org/drawingml/2006/main">
            <a:off x="609600" y="1762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A phone field affects every layer</a:t>
            </a:r>
          </a:p>
        </p:txBody>
      </p:sp>
      <p:sp>
        <p:nvSpPr>
          <p:cNvPr id="6" name="text">
            <a:extLst xmlns:a="http://schemas.openxmlformats.org/drawingml/2006/main">
              <a:ext uri="{FF2B5EF4-FFF2-40B4-BE49-F238E27FC236}">
                <a16:creationId xmlns:a16="http://schemas.microsoft.com/office/drawing/2014/main" id="{43C0A834-B2D1-4320-9EB1-24C79E5AB614}"/>
              </a:ext>
            </a:extLst>
          </p:cNvPr>
          <p:cNvSpPr>
            <a:spLocks xmlns:a="http://schemas.openxmlformats.org/drawingml/2006/main" noGrp="1"/>
          </p:cNvSpPr>
          <p:nvPr/>
        </p:nvSpPr>
        <p:spPr>
          <a:xfrm xmlns:a="http://schemas.openxmlformats.org/drawingml/2006/main">
            <a:off x="609600" y="22955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Connect requirements to the interface, rules, model, storage and tests.</a:t>
            </a:r>
          </a:p>
        </p:txBody>
      </p:sp>
      <p:sp>
        <p:nvSpPr>
          <p:cNvPr id="7" name="text">
            <a:extLst xmlns:a="http://schemas.openxmlformats.org/drawingml/2006/main">
              <a:ext uri="{FF2B5EF4-FFF2-40B4-BE49-F238E27FC236}">
                <a16:creationId xmlns:a16="http://schemas.microsoft.com/office/drawing/2014/main" id="{DF31DCB1-58A4-44A5-A0B2-B1292F8C43AA}"/>
              </a:ext>
            </a:extLst>
          </p:cNvPr>
          <p:cNvSpPr>
            <a:spLocks xmlns:a="http://schemas.openxmlformats.org/drawingml/2006/main" noGrp="1"/>
          </p:cNvSpPr>
          <p:nvPr/>
        </p:nvSpPr>
        <p:spPr>
          <a:xfrm xmlns:a="http://schemas.openxmlformats.org/drawingml/2006/main">
            <a:off x="609600" y="3286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Migration must preserve earlier records</a:t>
            </a:r>
          </a:p>
        </p:txBody>
      </p:sp>
      <p:sp>
        <p:nvSpPr>
          <p:cNvPr id="8" name="text">
            <a:extLst xmlns:a="http://schemas.openxmlformats.org/drawingml/2006/main">
              <a:ext uri="{FF2B5EF4-FFF2-40B4-BE49-F238E27FC236}">
                <a16:creationId xmlns:a16="http://schemas.microsoft.com/office/drawing/2014/main" id="{C89AE3EF-C428-4177-81CF-C268BFE9FBF1}"/>
              </a:ext>
            </a:extLst>
          </p:cNvPr>
          <p:cNvSpPr>
            <a:spLocks xmlns:a="http://schemas.openxmlformats.org/drawingml/2006/main" noGrp="1"/>
          </p:cNvSpPr>
          <p:nvPr/>
        </p:nvSpPr>
        <p:spPr>
          <a:xfrm xmlns:a="http://schemas.openxmlformats.org/drawingml/2006/main">
            <a:off x="609600" y="38195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Compare saved values and reopen the database to verify the result.</a:t>
            </a:r>
          </a:p>
        </p:txBody>
      </p:sp>
      <p:sp>
        <p:nvSpPr>
          <p:cNvPr id="9" name="text">
            <a:extLst xmlns:a="http://schemas.openxmlformats.org/drawingml/2006/main">
              <a:ext uri="{FF2B5EF4-FFF2-40B4-BE49-F238E27FC236}">
                <a16:creationId xmlns:a16="http://schemas.microsoft.com/office/drawing/2014/main" id="{866B7E11-AB1A-4A6B-928A-0E333CB3E5F2}"/>
              </a:ext>
            </a:extLst>
          </p:cNvPr>
          <p:cNvSpPr>
            <a:spLocks xmlns:a="http://schemas.openxmlformats.org/drawingml/2006/main" noGrp="1"/>
          </p:cNvSpPr>
          <p:nvPr/>
        </p:nvSpPr>
        <p:spPr>
          <a:xfrm xmlns:a="http://schemas.openxmlformats.org/drawingml/2006/main">
            <a:off x="609600" y="4810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A6F6B"/>
                </a:solidFill>
                <a:latin typeface="Arial"/>
                <a:ea typeface="Arial"/>
                <a:cs typeface="Arial"/>
              </a:defRPr>
            </a:defPPr>
            <a:lvl1pPr algn="l">
              <a:defRPr sz="2400" b="1">
                <a:solidFill>
                  <a:srgbClr val="2A6F6B"/>
                </a:solidFill>
                <a:latin typeface="Arial"/>
                <a:ea typeface="Arial"/>
                <a:cs typeface="Arial"/>
              </a:defRPr>
            </a:lvl1pPr>
            <a:lvl2pPr algn="l">
              <a:defRPr sz="2400" b="1">
                <a:solidFill>
                  <a:srgbClr val="2A6F6B"/>
                </a:solidFill>
                <a:latin typeface="Arial"/>
                <a:ea typeface="Arial"/>
                <a:cs typeface="Arial"/>
              </a:defRPr>
            </a:lvl2pPr>
            <a:lvl3pPr algn="l">
              <a:defRPr sz="2400" b="1">
                <a:solidFill>
                  <a:srgbClr val="2A6F6B"/>
                </a:solidFill>
                <a:latin typeface="Arial"/>
                <a:ea typeface="Arial"/>
                <a:cs typeface="Arial"/>
              </a:defRPr>
            </a:lvl3pPr>
            <a:lvl4pPr algn="l">
              <a:defRPr sz="2400" b="1">
                <a:solidFill>
                  <a:srgbClr val="2A6F6B"/>
                </a:solidFill>
                <a:latin typeface="Arial"/>
                <a:ea typeface="Arial"/>
                <a:cs typeface="Arial"/>
              </a:defRPr>
            </a:lvl4pPr>
            <a:lvl5pPr algn="l">
              <a:defRPr sz="2400" b="1">
                <a:solidFill>
                  <a:srgbClr val="2A6F6B"/>
                </a:solidFill>
                <a:latin typeface="Arial"/>
                <a:ea typeface="Arial"/>
                <a:cs typeface="Arial"/>
              </a:defRPr>
            </a:lvl5pPr>
            <a:lvl6pPr algn="l">
              <a:defRPr sz="2400" b="1">
                <a:solidFill>
                  <a:srgbClr val="2A6F6B"/>
                </a:solidFill>
                <a:latin typeface="Arial"/>
                <a:ea typeface="Arial"/>
                <a:cs typeface="Arial"/>
              </a:defRPr>
            </a:lvl6pPr>
            <a:lvl7pPr algn="l">
              <a:defRPr sz="2400" b="1">
                <a:solidFill>
                  <a:srgbClr val="2A6F6B"/>
                </a:solidFill>
                <a:latin typeface="Arial"/>
                <a:ea typeface="Arial"/>
                <a:cs typeface="Arial"/>
              </a:defRPr>
            </a:lvl7pPr>
            <a:lvl8pPr algn="l">
              <a:defRPr sz="2400" b="1">
                <a:solidFill>
                  <a:srgbClr val="2A6F6B"/>
                </a:solidFill>
                <a:latin typeface="Arial"/>
                <a:ea typeface="Arial"/>
                <a:cs typeface="Arial"/>
              </a:defRPr>
            </a:lvl8pPr>
            <a:lvl9pPr algn="l">
              <a:defRPr sz="2400" b="1">
                <a:solidFill>
                  <a:srgbClr val="2A6F6B"/>
                </a:solidFill>
                <a:latin typeface="Arial"/>
                <a:ea typeface="Arial"/>
                <a:cs typeface="Arial"/>
              </a:defRPr>
            </a:lvl9pPr>
          </a:lstStyle>
          <a:p xmlns:a="http://schemas.openxmlformats.org/drawingml/2006/main">
            <a:pPr algn="l">
              <a:defRPr sz="2400" b="1">
                <a:solidFill>
                  <a:srgbClr val="2A6F6B"/>
                </a:solidFill>
                <a:latin typeface="Arial"/>
                <a:ea typeface="Arial"/>
                <a:cs typeface="Arial"/>
              </a:defRPr>
            </a:pPr>
            <a:r>
              <a:rPr sz="2400" b="1">
                <a:solidFill>
                  <a:srgbClr val="2A6F6B"/>
                </a:solidFill>
                <a:latin typeface="Arial"/>
                <a:ea typeface="Arial"/>
                <a:cs typeface="Arial"/>
              </a:rPr>
              <a:t>Team roles need a cross-check</a:t>
            </a:r>
          </a:p>
        </p:txBody>
      </p:sp>
      <p:sp>
        <p:nvSpPr>
          <p:cNvPr id="10" name="text">
            <a:extLst xmlns:a="http://schemas.openxmlformats.org/drawingml/2006/main">
              <a:ext uri="{FF2B5EF4-FFF2-40B4-BE49-F238E27FC236}">
                <a16:creationId xmlns:a16="http://schemas.microsoft.com/office/drawing/2014/main" id="{4790F955-FB72-4531-94FC-D72AFB451B6B}"/>
              </a:ext>
            </a:extLst>
          </p:cNvPr>
          <p:cNvSpPr>
            <a:spLocks xmlns:a="http://schemas.openxmlformats.org/drawingml/2006/main" noGrp="1"/>
          </p:cNvSpPr>
          <p:nvPr/>
        </p:nvSpPr>
        <p:spPr>
          <a:xfrm xmlns:a="http://schemas.openxmlformats.org/drawingml/2006/main">
            <a:off x="609600" y="53435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3B4B"/>
                </a:solidFill>
                <a:latin typeface="Arial"/>
                <a:ea typeface="Arial"/>
                <a:cs typeface="Arial"/>
              </a:defRPr>
            </a:defPPr>
            <a:lvl1pPr algn="l">
              <a:defRPr sz="2100" b="0">
                <a:solidFill>
                  <a:srgbClr val="173B4B"/>
                </a:solidFill>
                <a:latin typeface="Arial"/>
                <a:ea typeface="Arial"/>
                <a:cs typeface="Arial"/>
              </a:defRPr>
            </a:lvl1pPr>
            <a:lvl2pPr algn="l">
              <a:defRPr sz="2100" b="0">
                <a:solidFill>
                  <a:srgbClr val="173B4B"/>
                </a:solidFill>
                <a:latin typeface="Arial"/>
                <a:ea typeface="Arial"/>
                <a:cs typeface="Arial"/>
              </a:defRPr>
            </a:lvl2pPr>
            <a:lvl3pPr algn="l">
              <a:defRPr sz="2100" b="0">
                <a:solidFill>
                  <a:srgbClr val="173B4B"/>
                </a:solidFill>
                <a:latin typeface="Arial"/>
                <a:ea typeface="Arial"/>
                <a:cs typeface="Arial"/>
              </a:defRPr>
            </a:lvl3pPr>
            <a:lvl4pPr algn="l">
              <a:defRPr sz="2100" b="0">
                <a:solidFill>
                  <a:srgbClr val="173B4B"/>
                </a:solidFill>
                <a:latin typeface="Arial"/>
                <a:ea typeface="Arial"/>
                <a:cs typeface="Arial"/>
              </a:defRPr>
            </a:lvl4pPr>
            <a:lvl5pPr algn="l">
              <a:defRPr sz="2100" b="0">
                <a:solidFill>
                  <a:srgbClr val="173B4B"/>
                </a:solidFill>
                <a:latin typeface="Arial"/>
                <a:ea typeface="Arial"/>
                <a:cs typeface="Arial"/>
              </a:defRPr>
            </a:lvl5pPr>
            <a:lvl6pPr algn="l">
              <a:defRPr sz="2100" b="0">
                <a:solidFill>
                  <a:srgbClr val="173B4B"/>
                </a:solidFill>
                <a:latin typeface="Arial"/>
                <a:ea typeface="Arial"/>
                <a:cs typeface="Arial"/>
              </a:defRPr>
            </a:lvl6pPr>
            <a:lvl7pPr algn="l">
              <a:defRPr sz="2100" b="0">
                <a:solidFill>
                  <a:srgbClr val="173B4B"/>
                </a:solidFill>
                <a:latin typeface="Arial"/>
                <a:ea typeface="Arial"/>
                <a:cs typeface="Arial"/>
              </a:defRPr>
            </a:lvl7pPr>
            <a:lvl8pPr algn="l">
              <a:defRPr sz="2100" b="0">
                <a:solidFill>
                  <a:srgbClr val="173B4B"/>
                </a:solidFill>
                <a:latin typeface="Arial"/>
                <a:ea typeface="Arial"/>
                <a:cs typeface="Arial"/>
              </a:defRPr>
            </a:lvl8pPr>
            <a:lvl9pPr algn="l">
              <a:defRPr sz="2100" b="0">
                <a:solidFill>
                  <a:srgbClr val="173B4B"/>
                </a:solidFill>
                <a:latin typeface="Arial"/>
                <a:ea typeface="Arial"/>
                <a:cs typeface="Arial"/>
              </a:defRPr>
            </a:lvl9pPr>
          </a:lstStyle>
          <a:p xmlns:a="http://schemas.openxmlformats.org/drawingml/2006/main">
            <a:pPr algn="l">
              <a:defRPr sz="2100" b="0">
                <a:solidFill>
                  <a:srgbClr val="173B4B"/>
                </a:solidFill>
                <a:latin typeface="Arial"/>
                <a:ea typeface="Arial"/>
                <a:cs typeface="Arial"/>
              </a:defRPr>
            </a:pPr>
            <a:r>
              <a:rPr sz="2100" b="0">
                <a:solidFill>
                  <a:srgbClr val="173B4B"/>
                </a:solidFill>
                <a:latin typeface="Arial"/>
                <a:ea typeface="Arial"/>
                <a:cs typeface="Arial"/>
              </a:rPr>
              <a:t>Review another component; base personal reflection on actual contributions.</a:t>
            </a:r>
          </a:p>
        </p:txBody>
      </p:sp>
    </p:spTree>
    <p:extLst>
      <p:ext uri="{BB962C8B-B14F-4D97-AF65-F5344CB8AC3E}">
        <p14:creationId xmlns:p14="http://schemas.microsoft.com/office/powerpoint/2010/main" val="928242631"/>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0" name="course">
            <a:extLst xmlns:a="http://schemas.openxmlformats.org/drawingml/2006/main">
              <a:ext uri="{FF2B5EF4-FFF2-40B4-BE49-F238E27FC236}">
                <a16:creationId xmlns:a16="http://schemas.microsoft.com/office/drawing/2014/main" id="{0BA73263-3549-4BF2-A166-257D3A120B9D}"/>
              </a:ext>
            </a:extLst>
          </p:cNvPr>
          <p:cNvSpPr>
            <a:spLocks xmlns:a="http://schemas.openxmlformats.org/drawingml/2006/main" noGrp="1"/>
          </p:cNvSpPr>
          <p:nvPr/>
        </p:nvSpPr>
        <p:spPr>
          <a:xfrm xmlns:a="http://schemas.openxmlformats.org/drawingml/2006/main">
            <a:off x="6096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A6F76"/>
                </a:solidFill>
                <a:latin typeface="Arial"/>
                <a:ea typeface="Arial"/>
                <a:cs typeface="Arial"/>
              </a:defRPr>
            </a:defPPr>
            <a:lvl1pPr algn="l">
              <a:defRPr sz="1350" b="1">
                <a:solidFill>
                  <a:srgbClr val="5A6F76"/>
                </a:solidFill>
                <a:latin typeface="Arial"/>
                <a:ea typeface="Arial"/>
                <a:cs typeface="Arial"/>
              </a:defRPr>
            </a:lvl1pPr>
            <a:lvl2pPr algn="l">
              <a:defRPr sz="1350" b="1">
                <a:solidFill>
                  <a:srgbClr val="5A6F76"/>
                </a:solidFill>
                <a:latin typeface="Arial"/>
                <a:ea typeface="Arial"/>
                <a:cs typeface="Arial"/>
              </a:defRPr>
            </a:lvl2pPr>
            <a:lvl3pPr algn="l">
              <a:defRPr sz="1350" b="1">
                <a:solidFill>
                  <a:srgbClr val="5A6F76"/>
                </a:solidFill>
                <a:latin typeface="Arial"/>
                <a:ea typeface="Arial"/>
                <a:cs typeface="Arial"/>
              </a:defRPr>
            </a:lvl3pPr>
            <a:lvl4pPr algn="l">
              <a:defRPr sz="1350" b="1">
                <a:solidFill>
                  <a:srgbClr val="5A6F76"/>
                </a:solidFill>
                <a:latin typeface="Arial"/>
                <a:ea typeface="Arial"/>
                <a:cs typeface="Arial"/>
              </a:defRPr>
            </a:lvl4pPr>
            <a:lvl5pPr algn="l">
              <a:defRPr sz="1350" b="1">
                <a:solidFill>
                  <a:srgbClr val="5A6F76"/>
                </a:solidFill>
                <a:latin typeface="Arial"/>
                <a:ea typeface="Arial"/>
                <a:cs typeface="Arial"/>
              </a:defRPr>
            </a:lvl5pPr>
            <a:lvl6pPr algn="l">
              <a:defRPr sz="1350" b="1">
                <a:solidFill>
                  <a:srgbClr val="5A6F76"/>
                </a:solidFill>
                <a:latin typeface="Arial"/>
                <a:ea typeface="Arial"/>
                <a:cs typeface="Arial"/>
              </a:defRPr>
            </a:lvl6pPr>
            <a:lvl7pPr algn="l">
              <a:defRPr sz="1350" b="1">
                <a:solidFill>
                  <a:srgbClr val="5A6F76"/>
                </a:solidFill>
                <a:latin typeface="Arial"/>
                <a:ea typeface="Arial"/>
                <a:cs typeface="Arial"/>
              </a:defRPr>
            </a:lvl7pPr>
            <a:lvl8pPr algn="l">
              <a:defRPr sz="1350" b="1">
                <a:solidFill>
                  <a:srgbClr val="5A6F76"/>
                </a:solidFill>
                <a:latin typeface="Arial"/>
                <a:ea typeface="Arial"/>
                <a:cs typeface="Arial"/>
              </a:defRPr>
            </a:lvl8pPr>
            <a:lvl9pPr algn="l">
              <a:defRPr sz="1350" b="1">
                <a:solidFill>
                  <a:srgbClr val="5A6F76"/>
                </a:solidFill>
                <a:latin typeface="Arial"/>
                <a:ea typeface="Arial"/>
                <a:cs typeface="Arial"/>
              </a:defRPr>
            </a:lvl9pPr>
          </a:lstStyle>
          <a:p xmlns:a="http://schemas.openxmlformats.org/drawingml/2006/main">
            <a:pPr algn="l">
              <a:defRPr sz="1350" b="1">
                <a:solidFill>
                  <a:srgbClr val="5A6F76"/>
                </a:solidFill>
                <a:latin typeface="Arial"/>
                <a:ea typeface="Arial"/>
                <a:cs typeface="Arial"/>
              </a:defRPr>
            </a:pPr>
            <a:r>
              <a:rPr sz="1350" b="1">
                <a:solidFill>
                  <a:srgbClr val="5A6F76"/>
                </a:solidFill>
                <a:latin typeface="Arial"/>
                <a:ea typeface="Arial"/>
                <a:cs typeface="Arial"/>
              </a:rPr>
              <a:t>MSE800  /  ASSESSMENT 2</a:t>
            </a:r>
          </a:p>
        </p:txBody>
      </p:sp>
      <p:sp>
        <p:nvSpPr>
          <p:cNvPr id="2" name="slide-title">
            <a:extLst xmlns:a="http://schemas.openxmlformats.org/drawingml/2006/main">
              <a:ext uri="{FF2B5EF4-FFF2-40B4-BE49-F238E27FC236}">
                <a16:creationId xmlns:a16="http://schemas.microsoft.com/office/drawing/2014/main" id="{184859F4-1ED4-4410-B50B-74CB4E839AB6}"/>
              </a:ext>
            </a:extLst>
          </p:cNvPr>
          <p:cNvSpPr>
            <a:spLocks xmlns:a="http://schemas.openxmlformats.org/drawingml/2006/main" noGrp="1"/>
          </p:cNvSpPr>
          <p:nvPr/>
        </p:nvSpPr>
        <p:spPr>
          <a:xfrm xmlns:a="http://schemas.openxmlformats.org/drawingml/2006/main">
            <a:off x="609600" y="7239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B4B"/>
                </a:solidFill>
                <a:latin typeface="Arial"/>
                <a:ea typeface="Arial"/>
                <a:cs typeface="Arial"/>
              </a:defRPr>
            </a:defPPr>
            <a:lvl1pPr algn="l">
              <a:defRPr sz="3300" b="1">
                <a:solidFill>
                  <a:srgbClr val="173B4B"/>
                </a:solidFill>
                <a:latin typeface="Arial"/>
                <a:ea typeface="Arial"/>
                <a:cs typeface="Arial"/>
              </a:defRPr>
            </a:lvl1pPr>
            <a:lvl2pPr algn="l">
              <a:defRPr sz="3300" b="1">
                <a:solidFill>
                  <a:srgbClr val="173B4B"/>
                </a:solidFill>
                <a:latin typeface="Arial"/>
                <a:ea typeface="Arial"/>
                <a:cs typeface="Arial"/>
              </a:defRPr>
            </a:lvl2pPr>
            <a:lvl3pPr algn="l">
              <a:defRPr sz="3300" b="1">
                <a:solidFill>
                  <a:srgbClr val="173B4B"/>
                </a:solidFill>
                <a:latin typeface="Arial"/>
                <a:ea typeface="Arial"/>
                <a:cs typeface="Arial"/>
              </a:defRPr>
            </a:lvl3pPr>
            <a:lvl4pPr algn="l">
              <a:defRPr sz="3300" b="1">
                <a:solidFill>
                  <a:srgbClr val="173B4B"/>
                </a:solidFill>
                <a:latin typeface="Arial"/>
                <a:ea typeface="Arial"/>
                <a:cs typeface="Arial"/>
              </a:defRPr>
            </a:lvl4pPr>
            <a:lvl5pPr algn="l">
              <a:defRPr sz="3300" b="1">
                <a:solidFill>
                  <a:srgbClr val="173B4B"/>
                </a:solidFill>
                <a:latin typeface="Arial"/>
                <a:ea typeface="Arial"/>
                <a:cs typeface="Arial"/>
              </a:defRPr>
            </a:lvl5pPr>
            <a:lvl6pPr algn="l">
              <a:defRPr sz="3300" b="1">
                <a:solidFill>
                  <a:srgbClr val="173B4B"/>
                </a:solidFill>
                <a:latin typeface="Arial"/>
                <a:ea typeface="Arial"/>
                <a:cs typeface="Arial"/>
              </a:defRPr>
            </a:lvl6pPr>
            <a:lvl7pPr algn="l">
              <a:defRPr sz="3300" b="1">
                <a:solidFill>
                  <a:srgbClr val="173B4B"/>
                </a:solidFill>
                <a:latin typeface="Arial"/>
                <a:ea typeface="Arial"/>
                <a:cs typeface="Arial"/>
              </a:defRPr>
            </a:lvl7pPr>
            <a:lvl8pPr algn="l">
              <a:defRPr sz="3300" b="1">
                <a:solidFill>
                  <a:srgbClr val="173B4B"/>
                </a:solidFill>
                <a:latin typeface="Arial"/>
                <a:ea typeface="Arial"/>
                <a:cs typeface="Arial"/>
              </a:defRPr>
            </a:lvl8pPr>
            <a:lvl9pPr algn="l">
              <a:defRPr sz="3300" b="1">
                <a:solidFill>
                  <a:srgbClr val="173B4B"/>
                </a:solidFill>
                <a:latin typeface="Arial"/>
                <a:ea typeface="Arial"/>
                <a:cs typeface="Arial"/>
              </a:defRPr>
            </a:lvl9pPr>
          </a:lstStyle>
          <a:p xmlns:a="http://schemas.openxmlformats.org/drawingml/2006/main">
            <a:pPr algn="l">
              <a:defRPr sz="3300" b="1">
                <a:solidFill>
                  <a:srgbClr val="173B4B"/>
                </a:solidFill>
                <a:latin typeface="Arial"/>
                <a:ea typeface="Arial"/>
                <a:cs typeface="Arial"/>
              </a:defRPr>
            </a:pPr>
            <a:r>
              <a:rPr sz="3300" b="1">
                <a:solidFill>
                  <a:srgbClr val="173B4B"/>
                </a:solidFill>
                <a:latin typeface="Arial"/>
                <a:ea typeface="Arial"/>
                <a:cs typeface="Arial"/>
              </a:rPr>
              <a:t>Current release and next steps</a:t>
            </a:r>
          </a:p>
        </p:txBody>
      </p:sp>
      <p:sp>
        <p:nvSpPr>
          <p:cNvPr id="3" name="speaker-time">
            <a:extLst xmlns:a="http://schemas.openxmlformats.org/drawingml/2006/main">
              <a:ext uri="{FF2B5EF4-FFF2-40B4-BE49-F238E27FC236}">
                <a16:creationId xmlns:a16="http://schemas.microsoft.com/office/drawing/2014/main" id="{99DB3440-F8F4-4516-9603-BBE9D6933C44}"/>
              </a:ext>
            </a:extLst>
          </p:cNvPr>
          <p:cNvSpPr>
            <a:spLocks xmlns:a="http://schemas.openxmlformats.org/drawingml/2006/main" noGrp="1"/>
          </p:cNvSpPr>
          <p:nvPr/>
        </p:nvSpPr>
        <p:spPr>
          <a:xfrm xmlns:a="http://schemas.openxmlformats.org/drawingml/2006/main">
            <a:off x="609600" y="643890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Yonghui Dai  |  14:30–15:00</a:t>
            </a:r>
          </a:p>
        </p:txBody>
      </p:sp>
      <p:sp>
        <p:nvSpPr>
          <p:cNvPr id="4" name="page">
            <a:extLst xmlns:a="http://schemas.openxmlformats.org/drawingml/2006/main">
              <a:ext uri="{FF2B5EF4-FFF2-40B4-BE49-F238E27FC236}">
                <a16:creationId xmlns:a16="http://schemas.microsoft.com/office/drawing/2014/main" id="{4E2C960C-FAFF-4FCA-A666-64B2761A92A1}"/>
              </a:ext>
            </a:extLst>
          </p:cNvPr>
          <p:cNvSpPr>
            <a:spLocks xmlns:a="http://schemas.openxmlformats.org/drawingml/2006/main" noGrp="1"/>
          </p:cNvSpPr>
          <p:nvPr/>
        </p:nvSpPr>
        <p:spPr>
          <a:xfrm xmlns:a="http://schemas.openxmlformats.org/drawingml/2006/main">
            <a:off x="10810875"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A6F76"/>
                </a:solidFill>
                <a:latin typeface="Arial"/>
                <a:ea typeface="Arial"/>
                <a:cs typeface="Arial"/>
              </a:defRPr>
            </a:defPPr>
            <a:lvl1pPr algn="l">
              <a:defRPr sz="1350" b="0">
                <a:solidFill>
                  <a:srgbClr val="5A6F76"/>
                </a:solidFill>
                <a:latin typeface="Arial"/>
                <a:ea typeface="Arial"/>
                <a:cs typeface="Arial"/>
              </a:defRPr>
            </a:lvl1pPr>
            <a:lvl2pPr algn="l">
              <a:defRPr sz="1350" b="0">
                <a:solidFill>
                  <a:srgbClr val="5A6F76"/>
                </a:solidFill>
                <a:latin typeface="Arial"/>
                <a:ea typeface="Arial"/>
                <a:cs typeface="Arial"/>
              </a:defRPr>
            </a:lvl2pPr>
            <a:lvl3pPr algn="l">
              <a:defRPr sz="1350" b="0">
                <a:solidFill>
                  <a:srgbClr val="5A6F76"/>
                </a:solidFill>
                <a:latin typeface="Arial"/>
                <a:ea typeface="Arial"/>
                <a:cs typeface="Arial"/>
              </a:defRPr>
            </a:lvl3pPr>
            <a:lvl4pPr algn="l">
              <a:defRPr sz="1350" b="0">
                <a:solidFill>
                  <a:srgbClr val="5A6F76"/>
                </a:solidFill>
                <a:latin typeface="Arial"/>
                <a:ea typeface="Arial"/>
                <a:cs typeface="Arial"/>
              </a:defRPr>
            </a:lvl4pPr>
            <a:lvl5pPr algn="l">
              <a:defRPr sz="1350" b="0">
                <a:solidFill>
                  <a:srgbClr val="5A6F76"/>
                </a:solidFill>
                <a:latin typeface="Arial"/>
                <a:ea typeface="Arial"/>
                <a:cs typeface="Arial"/>
              </a:defRPr>
            </a:lvl5pPr>
            <a:lvl6pPr algn="l">
              <a:defRPr sz="1350" b="0">
                <a:solidFill>
                  <a:srgbClr val="5A6F76"/>
                </a:solidFill>
                <a:latin typeface="Arial"/>
                <a:ea typeface="Arial"/>
                <a:cs typeface="Arial"/>
              </a:defRPr>
            </a:lvl6pPr>
            <a:lvl7pPr algn="l">
              <a:defRPr sz="1350" b="0">
                <a:solidFill>
                  <a:srgbClr val="5A6F76"/>
                </a:solidFill>
                <a:latin typeface="Arial"/>
                <a:ea typeface="Arial"/>
                <a:cs typeface="Arial"/>
              </a:defRPr>
            </a:lvl7pPr>
            <a:lvl8pPr algn="l">
              <a:defRPr sz="1350" b="0">
                <a:solidFill>
                  <a:srgbClr val="5A6F76"/>
                </a:solidFill>
                <a:latin typeface="Arial"/>
                <a:ea typeface="Arial"/>
                <a:cs typeface="Arial"/>
              </a:defRPr>
            </a:lvl8pPr>
            <a:lvl9pPr algn="l">
              <a:defRPr sz="1350" b="0">
                <a:solidFill>
                  <a:srgbClr val="5A6F76"/>
                </a:solidFill>
                <a:latin typeface="Arial"/>
                <a:ea typeface="Arial"/>
                <a:cs typeface="Arial"/>
              </a:defRPr>
            </a:lvl9pPr>
          </a:lstStyle>
          <a:p xmlns:a="http://schemas.openxmlformats.org/drawingml/2006/main">
            <a:pPr algn="l">
              <a:defRPr sz="1350" b="0">
                <a:solidFill>
                  <a:srgbClr val="5A6F76"/>
                </a:solidFill>
                <a:latin typeface="Arial"/>
                <a:ea typeface="Arial"/>
                <a:cs typeface="Arial"/>
              </a:defRPr>
            </a:pPr>
            <a:r>
              <a:rPr sz="1350" b="0">
                <a:solidFill>
                  <a:srgbClr val="5A6F76"/>
                </a:solidFill>
                <a:latin typeface="Arial"/>
                <a:ea typeface="Arial"/>
                <a:cs typeface="Arial"/>
              </a:rPr>
              <a:t>12 / 12</a:t>
            </a:r>
          </a:p>
        </p:txBody>
      </p:sp>
      <p:sp>
        <p:nvSpPr>
          <p:cNvPr id="5" name="text">
            <a:extLst xmlns:a="http://schemas.openxmlformats.org/drawingml/2006/main">
              <a:ext uri="{FF2B5EF4-FFF2-40B4-BE49-F238E27FC236}">
                <a16:creationId xmlns:a16="http://schemas.microsoft.com/office/drawing/2014/main" id="{44E1EE8A-C371-4857-80DE-3535130C814C}"/>
              </a:ext>
            </a:extLst>
          </p:cNvPr>
          <p:cNvSpPr>
            <a:spLocks xmlns:a="http://schemas.openxmlformats.org/drawingml/2006/main" noGrp="1"/>
          </p:cNvSpPr>
          <p:nvPr/>
        </p:nvSpPr>
        <p:spPr>
          <a:xfrm xmlns:a="http://schemas.openxmlformats.org/drawingml/2006/main">
            <a:off x="609600" y="17526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A6F6B"/>
                </a:solidFill>
                <a:latin typeface="Arial"/>
                <a:ea typeface="Arial"/>
                <a:cs typeface="Arial"/>
              </a:defRPr>
            </a:defPPr>
            <a:lvl1pPr algn="l">
              <a:defRPr sz="2700" b="1">
                <a:solidFill>
                  <a:srgbClr val="2A6F6B"/>
                </a:solidFill>
                <a:latin typeface="Arial"/>
                <a:ea typeface="Arial"/>
                <a:cs typeface="Arial"/>
              </a:defRPr>
            </a:lvl1pPr>
            <a:lvl2pPr algn="l">
              <a:defRPr sz="2700" b="1">
                <a:solidFill>
                  <a:srgbClr val="2A6F6B"/>
                </a:solidFill>
                <a:latin typeface="Arial"/>
                <a:ea typeface="Arial"/>
                <a:cs typeface="Arial"/>
              </a:defRPr>
            </a:lvl2pPr>
            <a:lvl3pPr algn="l">
              <a:defRPr sz="2700" b="1">
                <a:solidFill>
                  <a:srgbClr val="2A6F6B"/>
                </a:solidFill>
                <a:latin typeface="Arial"/>
                <a:ea typeface="Arial"/>
                <a:cs typeface="Arial"/>
              </a:defRPr>
            </a:lvl3pPr>
            <a:lvl4pPr algn="l">
              <a:defRPr sz="2700" b="1">
                <a:solidFill>
                  <a:srgbClr val="2A6F6B"/>
                </a:solidFill>
                <a:latin typeface="Arial"/>
                <a:ea typeface="Arial"/>
                <a:cs typeface="Arial"/>
              </a:defRPr>
            </a:lvl4pPr>
            <a:lvl5pPr algn="l">
              <a:defRPr sz="2700" b="1">
                <a:solidFill>
                  <a:srgbClr val="2A6F6B"/>
                </a:solidFill>
                <a:latin typeface="Arial"/>
                <a:ea typeface="Arial"/>
                <a:cs typeface="Arial"/>
              </a:defRPr>
            </a:lvl5pPr>
            <a:lvl6pPr algn="l">
              <a:defRPr sz="2700" b="1">
                <a:solidFill>
                  <a:srgbClr val="2A6F6B"/>
                </a:solidFill>
                <a:latin typeface="Arial"/>
                <a:ea typeface="Arial"/>
                <a:cs typeface="Arial"/>
              </a:defRPr>
            </a:lvl6pPr>
            <a:lvl7pPr algn="l">
              <a:defRPr sz="2700" b="1">
                <a:solidFill>
                  <a:srgbClr val="2A6F6B"/>
                </a:solidFill>
                <a:latin typeface="Arial"/>
                <a:ea typeface="Arial"/>
                <a:cs typeface="Arial"/>
              </a:defRPr>
            </a:lvl7pPr>
            <a:lvl8pPr algn="l">
              <a:defRPr sz="2700" b="1">
                <a:solidFill>
                  <a:srgbClr val="2A6F6B"/>
                </a:solidFill>
                <a:latin typeface="Arial"/>
                <a:ea typeface="Arial"/>
                <a:cs typeface="Arial"/>
              </a:defRPr>
            </a:lvl8pPr>
            <a:lvl9pPr algn="l">
              <a:defRPr sz="2700" b="1">
                <a:solidFill>
                  <a:srgbClr val="2A6F6B"/>
                </a:solidFill>
                <a:latin typeface="Arial"/>
                <a:ea typeface="Arial"/>
                <a:cs typeface="Arial"/>
              </a:defRPr>
            </a:lvl9pPr>
          </a:lstStyle>
          <a:p xmlns:a="http://schemas.openxmlformats.org/drawingml/2006/main">
            <a:pPr algn="l">
              <a:defRPr sz="2700" b="1">
                <a:solidFill>
                  <a:srgbClr val="2A6F6B"/>
                </a:solidFill>
                <a:latin typeface="Arial"/>
                <a:ea typeface="Arial"/>
                <a:cs typeface="Arial"/>
              </a:defRPr>
            </a:pPr>
            <a:r>
              <a:rPr sz="2700" b="1">
                <a:solidFill>
                  <a:srgbClr val="2A6F6B"/>
                </a:solidFill>
                <a:latin typeface="Arial"/>
                <a:ea typeface="Arial"/>
                <a:cs typeface="Arial"/>
              </a:rPr>
              <a:t>Current release</a:t>
            </a:r>
          </a:p>
        </p:txBody>
      </p:sp>
      <p:sp>
        <p:nvSpPr>
          <p:cNvPr id="6" name="text">
            <a:extLst xmlns:a="http://schemas.openxmlformats.org/drawingml/2006/main">
              <a:ext uri="{FF2B5EF4-FFF2-40B4-BE49-F238E27FC236}">
                <a16:creationId xmlns:a16="http://schemas.microsoft.com/office/drawing/2014/main" id="{56C886C7-3481-499D-BF26-E3DD1C7CC1C7}"/>
              </a:ext>
            </a:extLst>
          </p:cNvPr>
          <p:cNvSpPr>
            <a:spLocks xmlns:a="http://schemas.openxmlformats.org/drawingml/2006/main" noGrp="1"/>
          </p:cNvSpPr>
          <p:nvPr/>
        </p:nvSpPr>
        <p:spPr>
          <a:xfrm xmlns:a="http://schemas.openxmlformats.org/drawingml/2006/main">
            <a:off x="609600" y="242887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3B4B"/>
                </a:solidFill>
                <a:latin typeface="Arial"/>
                <a:ea typeface="Arial"/>
                <a:cs typeface="Arial"/>
              </a:defRPr>
            </a:defPPr>
            <a:lvl1pPr algn="l">
              <a:defRPr sz="2325" b="0">
                <a:solidFill>
                  <a:srgbClr val="173B4B"/>
                </a:solidFill>
                <a:latin typeface="Arial"/>
                <a:ea typeface="Arial"/>
                <a:cs typeface="Arial"/>
              </a:defRPr>
            </a:lvl1pPr>
            <a:lvl2pPr algn="l">
              <a:defRPr sz="2325" b="0">
                <a:solidFill>
                  <a:srgbClr val="173B4B"/>
                </a:solidFill>
                <a:latin typeface="Arial"/>
                <a:ea typeface="Arial"/>
                <a:cs typeface="Arial"/>
              </a:defRPr>
            </a:lvl2pPr>
            <a:lvl3pPr algn="l">
              <a:defRPr sz="2325" b="0">
                <a:solidFill>
                  <a:srgbClr val="173B4B"/>
                </a:solidFill>
                <a:latin typeface="Arial"/>
                <a:ea typeface="Arial"/>
                <a:cs typeface="Arial"/>
              </a:defRPr>
            </a:lvl3pPr>
            <a:lvl4pPr algn="l">
              <a:defRPr sz="2325" b="0">
                <a:solidFill>
                  <a:srgbClr val="173B4B"/>
                </a:solidFill>
                <a:latin typeface="Arial"/>
                <a:ea typeface="Arial"/>
                <a:cs typeface="Arial"/>
              </a:defRPr>
            </a:lvl4pPr>
            <a:lvl5pPr algn="l">
              <a:defRPr sz="2325" b="0">
                <a:solidFill>
                  <a:srgbClr val="173B4B"/>
                </a:solidFill>
                <a:latin typeface="Arial"/>
                <a:ea typeface="Arial"/>
                <a:cs typeface="Arial"/>
              </a:defRPr>
            </a:lvl5pPr>
            <a:lvl6pPr algn="l">
              <a:defRPr sz="2325" b="0">
                <a:solidFill>
                  <a:srgbClr val="173B4B"/>
                </a:solidFill>
                <a:latin typeface="Arial"/>
                <a:ea typeface="Arial"/>
                <a:cs typeface="Arial"/>
              </a:defRPr>
            </a:lvl6pPr>
            <a:lvl7pPr algn="l">
              <a:defRPr sz="2325" b="0">
                <a:solidFill>
                  <a:srgbClr val="173B4B"/>
                </a:solidFill>
                <a:latin typeface="Arial"/>
                <a:ea typeface="Arial"/>
                <a:cs typeface="Arial"/>
              </a:defRPr>
            </a:lvl7pPr>
            <a:lvl8pPr algn="l">
              <a:defRPr sz="2325" b="0">
                <a:solidFill>
                  <a:srgbClr val="173B4B"/>
                </a:solidFill>
                <a:latin typeface="Arial"/>
                <a:ea typeface="Arial"/>
                <a:cs typeface="Arial"/>
              </a:defRPr>
            </a:lvl8pPr>
            <a:lvl9pPr algn="l">
              <a:defRPr sz="2325" b="0">
                <a:solidFill>
                  <a:srgbClr val="173B4B"/>
                </a:solidFill>
                <a:latin typeface="Arial"/>
                <a:ea typeface="Arial"/>
                <a:cs typeface="Arial"/>
              </a:defRPr>
            </a:lvl9pPr>
          </a:lstStyle>
          <a:p xmlns:a="http://schemas.openxmlformats.org/drawingml/2006/main">
            <a:pPr algn="l">
              <a:defRPr sz="2325" b="0">
                <a:solidFill>
                  <a:srgbClr val="173B4B"/>
                </a:solidFill>
                <a:latin typeface="Arial"/>
                <a:ea typeface="Arial"/>
                <a:cs typeface="Arial"/>
              </a:defRPr>
            </a:pPr>
            <a:r>
              <a:rPr sz="2325" b="0">
                <a:solidFill>
                  <a:srgbClr val="173B4B"/>
                </a:solidFill>
                <a:latin typeface="Arial"/>
                <a:ea typeface="Arial"/>
                <a:cs typeface="Arial"/>
              </a:rPr>
              <a:t>Five devices  ·  Required phone  ·  Borrow and return  ·  Saved history</a:t>
            </a:r>
          </a:p>
        </p:txBody>
      </p:sp>
      <p:sp>
        <p:nvSpPr>
          <p:cNvPr id="7" name="text">
            <a:extLst xmlns:a="http://schemas.openxmlformats.org/drawingml/2006/main">
              <a:ext uri="{FF2B5EF4-FFF2-40B4-BE49-F238E27FC236}">
                <a16:creationId xmlns:a16="http://schemas.microsoft.com/office/drawing/2014/main" id="{FF950B8E-8025-455C-8DA8-50EABB2D44C6}"/>
              </a:ext>
            </a:extLst>
          </p:cNvPr>
          <p:cNvSpPr>
            <a:spLocks xmlns:a="http://schemas.openxmlformats.org/drawingml/2006/main" noGrp="1"/>
          </p:cNvSpPr>
          <p:nvPr/>
        </p:nvSpPr>
        <p:spPr>
          <a:xfrm xmlns:a="http://schemas.openxmlformats.org/drawingml/2006/main">
            <a:off x="609600" y="35718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3B4B"/>
                </a:solidFill>
                <a:latin typeface="Arial"/>
                <a:ea typeface="Arial"/>
                <a:cs typeface="Arial"/>
              </a:defRPr>
            </a:defPPr>
            <a:lvl1pPr algn="l">
              <a:defRPr sz="2250" b="0">
                <a:solidFill>
                  <a:srgbClr val="173B4B"/>
                </a:solidFill>
                <a:latin typeface="Arial"/>
                <a:ea typeface="Arial"/>
                <a:cs typeface="Arial"/>
              </a:defRPr>
            </a:lvl1pPr>
            <a:lvl2pPr algn="l">
              <a:defRPr sz="2250" b="0">
                <a:solidFill>
                  <a:srgbClr val="173B4B"/>
                </a:solidFill>
                <a:latin typeface="Arial"/>
                <a:ea typeface="Arial"/>
                <a:cs typeface="Arial"/>
              </a:defRPr>
            </a:lvl2pPr>
            <a:lvl3pPr algn="l">
              <a:defRPr sz="2250" b="0">
                <a:solidFill>
                  <a:srgbClr val="173B4B"/>
                </a:solidFill>
                <a:latin typeface="Arial"/>
                <a:ea typeface="Arial"/>
                <a:cs typeface="Arial"/>
              </a:defRPr>
            </a:lvl3pPr>
            <a:lvl4pPr algn="l">
              <a:defRPr sz="2250" b="0">
                <a:solidFill>
                  <a:srgbClr val="173B4B"/>
                </a:solidFill>
                <a:latin typeface="Arial"/>
                <a:ea typeface="Arial"/>
                <a:cs typeface="Arial"/>
              </a:defRPr>
            </a:lvl4pPr>
            <a:lvl5pPr algn="l">
              <a:defRPr sz="2250" b="0">
                <a:solidFill>
                  <a:srgbClr val="173B4B"/>
                </a:solidFill>
                <a:latin typeface="Arial"/>
                <a:ea typeface="Arial"/>
                <a:cs typeface="Arial"/>
              </a:defRPr>
            </a:lvl5pPr>
            <a:lvl6pPr algn="l">
              <a:defRPr sz="2250" b="0">
                <a:solidFill>
                  <a:srgbClr val="173B4B"/>
                </a:solidFill>
                <a:latin typeface="Arial"/>
                <a:ea typeface="Arial"/>
                <a:cs typeface="Arial"/>
              </a:defRPr>
            </a:lvl6pPr>
            <a:lvl7pPr algn="l">
              <a:defRPr sz="2250" b="0">
                <a:solidFill>
                  <a:srgbClr val="173B4B"/>
                </a:solidFill>
                <a:latin typeface="Arial"/>
                <a:ea typeface="Arial"/>
                <a:cs typeface="Arial"/>
              </a:defRPr>
            </a:lvl7pPr>
            <a:lvl8pPr algn="l">
              <a:defRPr sz="2250" b="0">
                <a:solidFill>
                  <a:srgbClr val="173B4B"/>
                </a:solidFill>
                <a:latin typeface="Arial"/>
                <a:ea typeface="Arial"/>
                <a:cs typeface="Arial"/>
              </a:defRPr>
            </a:lvl8pPr>
            <a:lvl9pPr algn="l">
              <a:defRPr sz="2250" b="0">
                <a:solidFill>
                  <a:srgbClr val="173B4B"/>
                </a:solidFill>
                <a:latin typeface="Arial"/>
                <a:ea typeface="Arial"/>
                <a:cs typeface="Arial"/>
              </a:defRPr>
            </a:lvl9pPr>
          </a:lstStyle>
          <a:p xmlns:a="http://schemas.openxmlformats.org/drawingml/2006/main">
            <a:pPr algn="l">
              <a:defRPr sz="2250" b="0">
                <a:solidFill>
                  <a:srgbClr val="173B4B"/>
                </a:solidFill>
                <a:latin typeface="Arial"/>
                <a:ea typeface="Arial"/>
                <a:cs typeface="Arial"/>
              </a:defRPr>
            </a:pPr>
            <a:r>
              <a:rPr sz="2250" b="0">
                <a:solidFill>
                  <a:srgbClr val="173B4B"/>
                </a:solidFill>
                <a:latin typeface="Arial"/>
                <a:ea typeface="Arial"/>
                <a:cs typeface="Arial"/>
              </a:rPr>
              <a:t>Next: Windows verification, participant review and consultation.</a:t>
            </a:r>
          </a:p>
        </p:txBody>
      </p:sp>
      <p:sp>
        <p:nvSpPr>
          <p:cNvPr id="8" name="text">
            <a:extLst xmlns:a="http://schemas.openxmlformats.org/drawingml/2006/main">
              <a:ext uri="{FF2B5EF4-FFF2-40B4-BE49-F238E27FC236}">
                <a16:creationId xmlns:a16="http://schemas.microsoft.com/office/drawing/2014/main" id="{3CE8B9B7-7040-4E45-AE3F-573EC8F44CC5}"/>
              </a:ext>
            </a:extLst>
          </p:cNvPr>
          <p:cNvSpPr>
            <a:spLocks xmlns:a="http://schemas.openxmlformats.org/drawingml/2006/main" noGrp="1"/>
          </p:cNvSpPr>
          <p:nvPr/>
        </p:nvSpPr>
        <p:spPr>
          <a:xfrm xmlns:a="http://schemas.openxmlformats.org/drawingml/2006/main">
            <a:off x="609600" y="48101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73B4B"/>
                </a:solidFill>
                <a:latin typeface="Arial"/>
                <a:ea typeface="Arial"/>
                <a:cs typeface="Arial"/>
              </a:defRPr>
            </a:defPPr>
            <a:lvl1pPr algn="l">
              <a:defRPr sz="3900" b="1">
                <a:solidFill>
                  <a:srgbClr val="173B4B"/>
                </a:solidFill>
                <a:latin typeface="Arial"/>
                <a:ea typeface="Arial"/>
                <a:cs typeface="Arial"/>
              </a:defRPr>
            </a:lvl1pPr>
            <a:lvl2pPr algn="l">
              <a:defRPr sz="3900" b="1">
                <a:solidFill>
                  <a:srgbClr val="173B4B"/>
                </a:solidFill>
                <a:latin typeface="Arial"/>
                <a:ea typeface="Arial"/>
                <a:cs typeface="Arial"/>
              </a:defRPr>
            </a:lvl2pPr>
            <a:lvl3pPr algn="l">
              <a:defRPr sz="3900" b="1">
                <a:solidFill>
                  <a:srgbClr val="173B4B"/>
                </a:solidFill>
                <a:latin typeface="Arial"/>
                <a:ea typeface="Arial"/>
                <a:cs typeface="Arial"/>
              </a:defRPr>
            </a:lvl3pPr>
            <a:lvl4pPr algn="l">
              <a:defRPr sz="3900" b="1">
                <a:solidFill>
                  <a:srgbClr val="173B4B"/>
                </a:solidFill>
                <a:latin typeface="Arial"/>
                <a:ea typeface="Arial"/>
                <a:cs typeface="Arial"/>
              </a:defRPr>
            </a:lvl4pPr>
            <a:lvl5pPr algn="l">
              <a:defRPr sz="3900" b="1">
                <a:solidFill>
                  <a:srgbClr val="173B4B"/>
                </a:solidFill>
                <a:latin typeface="Arial"/>
                <a:ea typeface="Arial"/>
                <a:cs typeface="Arial"/>
              </a:defRPr>
            </a:lvl5pPr>
            <a:lvl6pPr algn="l">
              <a:defRPr sz="3900" b="1">
                <a:solidFill>
                  <a:srgbClr val="173B4B"/>
                </a:solidFill>
                <a:latin typeface="Arial"/>
                <a:ea typeface="Arial"/>
                <a:cs typeface="Arial"/>
              </a:defRPr>
            </a:lvl6pPr>
            <a:lvl7pPr algn="l">
              <a:defRPr sz="3900" b="1">
                <a:solidFill>
                  <a:srgbClr val="173B4B"/>
                </a:solidFill>
                <a:latin typeface="Arial"/>
                <a:ea typeface="Arial"/>
                <a:cs typeface="Arial"/>
              </a:defRPr>
            </a:lvl7pPr>
            <a:lvl8pPr algn="l">
              <a:defRPr sz="3900" b="1">
                <a:solidFill>
                  <a:srgbClr val="173B4B"/>
                </a:solidFill>
                <a:latin typeface="Arial"/>
                <a:ea typeface="Arial"/>
                <a:cs typeface="Arial"/>
              </a:defRPr>
            </a:lvl8pPr>
            <a:lvl9pPr algn="l">
              <a:defRPr sz="3900" b="1">
                <a:solidFill>
                  <a:srgbClr val="173B4B"/>
                </a:solidFill>
                <a:latin typeface="Arial"/>
                <a:ea typeface="Arial"/>
                <a:cs typeface="Arial"/>
              </a:defRPr>
            </a:lvl9pPr>
          </a:lstStyle>
          <a:p xmlns:a="http://schemas.openxmlformats.org/drawingml/2006/main">
            <a:pPr algn="l">
              <a:defRPr sz="3900" b="1">
                <a:solidFill>
                  <a:srgbClr val="173B4B"/>
                </a:solidFill>
                <a:latin typeface="Arial"/>
                <a:ea typeface="Arial"/>
                <a:cs typeface="Arial"/>
              </a:defRPr>
            </a:pPr>
            <a:r>
              <a:rPr sz="3900" b="1">
                <a:solidFill>
                  <a:srgbClr val="173B4B"/>
                </a:solidFill>
                <a:latin typeface="Arial"/>
                <a:ea typeface="Arial"/>
                <a:cs typeface="Arial"/>
              </a:rPr>
              <a:t>Thank you</a:t>
            </a:r>
          </a:p>
        </p:txBody>
      </p:sp>
      <p:sp>
        <p:nvSpPr>
          <p:cNvPr id="9" name="text">
            <a:extLst xmlns:a="http://schemas.openxmlformats.org/drawingml/2006/main">
              <a:ext uri="{FF2B5EF4-FFF2-40B4-BE49-F238E27FC236}">
                <a16:creationId xmlns:a16="http://schemas.microsoft.com/office/drawing/2014/main" id="{7570A2AE-0F5F-408D-9F64-64BFEC429556}"/>
              </a:ext>
            </a:extLst>
          </p:cNvPr>
          <p:cNvSpPr>
            <a:spLocks xmlns:a="http://schemas.openxmlformats.org/drawingml/2006/main" noGrp="1"/>
          </p:cNvSpPr>
          <p:nvPr/>
        </p:nvSpPr>
        <p:spPr>
          <a:xfrm xmlns:a="http://schemas.openxmlformats.org/drawingml/2006/main">
            <a:off x="609600" y="55816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A6F76"/>
                </a:solidFill>
                <a:latin typeface="Arial"/>
                <a:ea typeface="Arial"/>
                <a:cs typeface="Arial"/>
              </a:defRPr>
            </a:defPPr>
            <a:lvl1pPr algn="l">
              <a:defRPr sz="1800" b="0">
                <a:solidFill>
                  <a:srgbClr val="5A6F76"/>
                </a:solidFill>
                <a:latin typeface="Arial"/>
                <a:ea typeface="Arial"/>
                <a:cs typeface="Arial"/>
              </a:defRPr>
            </a:lvl1pPr>
            <a:lvl2pPr algn="l">
              <a:defRPr sz="1800" b="0">
                <a:solidFill>
                  <a:srgbClr val="5A6F76"/>
                </a:solidFill>
                <a:latin typeface="Arial"/>
                <a:ea typeface="Arial"/>
                <a:cs typeface="Arial"/>
              </a:defRPr>
            </a:lvl2pPr>
            <a:lvl3pPr algn="l">
              <a:defRPr sz="1800" b="0">
                <a:solidFill>
                  <a:srgbClr val="5A6F76"/>
                </a:solidFill>
                <a:latin typeface="Arial"/>
                <a:ea typeface="Arial"/>
                <a:cs typeface="Arial"/>
              </a:defRPr>
            </a:lvl3pPr>
            <a:lvl4pPr algn="l">
              <a:defRPr sz="1800" b="0">
                <a:solidFill>
                  <a:srgbClr val="5A6F76"/>
                </a:solidFill>
                <a:latin typeface="Arial"/>
                <a:ea typeface="Arial"/>
                <a:cs typeface="Arial"/>
              </a:defRPr>
            </a:lvl4pPr>
            <a:lvl5pPr algn="l">
              <a:defRPr sz="1800" b="0">
                <a:solidFill>
                  <a:srgbClr val="5A6F76"/>
                </a:solidFill>
                <a:latin typeface="Arial"/>
                <a:ea typeface="Arial"/>
                <a:cs typeface="Arial"/>
              </a:defRPr>
            </a:lvl5pPr>
            <a:lvl6pPr algn="l">
              <a:defRPr sz="1800" b="0">
                <a:solidFill>
                  <a:srgbClr val="5A6F76"/>
                </a:solidFill>
                <a:latin typeface="Arial"/>
                <a:ea typeface="Arial"/>
                <a:cs typeface="Arial"/>
              </a:defRPr>
            </a:lvl6pPr>
            <a:lvl7pPr algn="l">
              <a:defRPr sz="1800" b="0">
                <a:solidFill>
                  <a:srgbClr val="5A6F76"/>
                </a:solidFill>
                <a:latin typeface="Arial"/>
                <a:ea typeface="Arial"/>
                <a:cs typeface="Arial"/>
              </a:defRPr>
            </a:lvl7pPr>
            <a:lvl8pPr algn="l">
              <a:defRPr sz="1800" b="0">
                <a:solidFill>
                  <a:srgbClr val="5A6F76"/>
                </a:solidFill>
                <a:latin typeface="Arial"/>
                <a:ea typeface="Arial"/>
                <a:cs typeface="Arial"/>
              </a:defRPr>
            </a:lvl8pPr>
            <a:lvl9pPr algn="l">
              <a:defRPr sz="1800" b="0">
                <a:solidFill>
                  <a:srgbClr val="5A6F76"/>
                </a:solidFill>
                <a:latin typeface="Arial"/>
                <a:ea typeface="Arial"/>
                <a:cs typeface="Arial"/>
              </a:defRPr>
            </a:lvl9pPr>
          </a:lstStyle>
          <a:p xmlns:a="http://schemas.openxmlformats.org/drawingml/2006/main">
            <a:pPr algn="l">
              <a:defRPr sz="1800" b="0">
                <a:solidFill>
                  <a:srgbClr val="5A6F76"/>
                </a:solidFill>
                <a:latin typeface="Arial"/>
                <a:ea typeface="Arial"/>
                <a:cs typeface="Arial"/>
              </a:defRPr>
            </a:pPr>
            <a:r>
              <a:rPr sz="1800" b="0">
                <a:solidFill>
                  <a:srgbClr val="5A6F76"/>
                </a:solidFill>
                <a:latin typeface="Arial"/>
                <a:ea typeface="Arial"/>
                <a:cs typeface="Arial"/>
              </a:rPr>
              <a:t>github.com/dreamgithub0920/</a:t>
            </a:r>
          </a:p>
          <a:p xmlns:a="http://schemas.openxmlformats.org/drawingml/2006/main">
            <a:pPr algn="l">
              <a:defRPr sz="1800" b="0">
                <a:solidFill>
                  <a:srgbClr val="5A6F76"/>
                </a:solidFill>
                <a:latin typeface="Arial"/>
                <a:ea typeface="Arial"/>
                <a:cs typeface="Arial"/>
              </a:defRPr>
            </a:pPr>
            <a:r>
              <a:rPr sz="1800" b="0">
                <a:solidFill>
                  <a:srgbClr val="5A6F76"/>
                </a:solidFill>
                <a:latin typeface="Arial"/>
                <a:ea typeface="Arial"/>
                <a:cs typeface="Arial"/>
              </a:rPr>
              <a:t>Campus_Equipment_Loan_System</a:t>
            </a:r>
          </a:p>
        </p:txBody>
      </p:sp>
    </p:spTree>
    <p:extLst>
      <p:ext uri="{BB962C8B-B14F-4D97-AF65-F5344CB8AC3E}">
        <p14:creationId xmlns:p14="http://schemas.microsoft.com/office/powerpoint/2010/main" val="105263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2026-10-24T12:46:48.5380000Z</dcterms:created>
  <dcterms:modified xsi:type="dcterms:W3CDTF">2026-10-24T12:46:48.5380000Z</dcterms:modified>
</coreProperties>
</file>